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853" r:id="rId4"/>
  </p:sldMasterIdLst>
  <p:notesMasterIdLst>
    <p:notesMasterId r:id="rId14"/>
  </p:notesMasterIdLst>
  <p:sldIdLst>
    <p:sldId id="329" r:id="rId5"/>
    <p:sldId id="337" r:id="rId6"/>
    <p:sldId id="331" r:id="rId7"/>
    <p:sldId id="327" r:id="rId8"/>
    <p:sldId id="339" r:id="rId9"/>
    <p:sldId id="335" r:id="rId10"/>
    <p:sldId id="336" r:id="rId11"/>
    <p:sldId id="334" r:id="rId12"/>
    <p:sldId id="330" r:id="rId13"/>
  </p:sldIdLst>
  <p:sldSz cx="12192000" cy="6858000"/>
  <p:notesSz cx="6858000" cy="9144000"/>
  <p:embeddedFontLst>
    <p:embeddedFont>
      <p:font typeface="TT Hoves Pro" panose="020B0604020202020204" charset="0"/>
      <p:regular r:id="rId15"/>
      <p:italic r:id="rId16"/>
    </p:embeddedFont>
    <p:embeddedFont>
      <p:font typeface="TT Hoves Pro Medium" panose="020B0604020202020204" charset="0"/>
      <p:regular r:id="rId17"/>
      <p:italic r:id="rId18"/>
    </p:embeddedFont>
  </p:embeddedFontLst>
  <p:defaultTextStyle>
    <a:defPPr>
      <a:defRPr lang="en-GB"/>
    </a:defPPr>
    <a:lvl1pPr marL="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73BC1-CF04-4AF2-887F-B26411E23443}" v="1" dt="2026-06-19T10:32:02.377"/>
    <p1510:client id="{96989272-C79D-41C8-ABD6-890D6AA85033}" v="13" dt="2026-06-19T10:30:17.6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1"/>
    <p:restoredTop sz="96327"/>
  </p:normalViewPr>
  <p:slideViewPr>
    <p:cSldViewPr snapToGrid="0" showGuides="1">
      <p:cViewPr varScale="1">
        <p:scale>
          <a:sx n="107" d="100"/>
          <a:sy n="107" d="100"/>
        </p:scale>
        <p:origin x="7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b-NO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3E-1A48-A681-4BFF382A92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3E-1A48-A681-4BFF382A923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3E-1A48-A681-4BFF382A92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2021404031"/>
        <c:axId val="234651648"/>
      </c:barChart>
      <c:catAx>
        <c:axId val="2021404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accent6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accent6">
                    <a:lumMod val="50000"/>
                  </a:schemeClr>
                </a:solidFill>
                <a:latin typeface="TT Hoves" panose="02000503030000020004" pitchFamily="2" charset="77"/>
                <a:ea typeface="Klarheit Grotesk" pitchFamily="2" charset="77"/>
                <a:cs typeface="+mn-cs"/>
              </a:defRPr>
            </a:pPr>
            <a:endParaRPr lang="en-NO"/>
          </a:p>
        </c:txPr>
        <c:crossAx val="234651648"/>
        <c:crosses val="autoZero"/>
        <c:auto val="1"/>
        <c:lblAlgn val="ctr"/>
        <c:lblOffset val="100"/>
        <c:noMultiLvlLbl val="0"/>
      </c:catAx>
      <c:valAx>
        <c:axId val="234651648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accent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accent6">
                    <a:lumMod val="50000"/>
                  </a:schemeClr>
                </a:solidFill>
                <a:latin typeface="TT Hoves" panose="02000503030000020004" pitchFamily="2" charset="77"/>
                <a:ea typeface="Klarheit Grotesk" pitchFamily="2" charset="77"/>
                <a:cs typeface="+mn-cs"/>
              </a:defRPr>
            </a:pPr>
            <a:endParaRPr lang="en-NO"/>
          </a:p>
        </c:txPr>
        <c:crossAx val="20214040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accent6">
                  <a:lumMod val="50000"/>
                </a:schemeClr>
              </a:solidFill>
              <a:latin typeface="TT Hoves" panose="02000503030000020004" pitchFamily="2" charset="77"/>
              <a:ea typeface="Klarheit Grotesk" pitchFamily="2" charset="77"/>
              <a:cs typeface="+mn-cs"/>
            </a:defRPr>
          </a:pPr>
          <a:endParaRPr lang="en-N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 b="0" i="0">
          <a:solidFill>
            <a:schemeClr val="accent6">
              <a:lumMod val="50000"/>
            </a:schemeClr>
          </a:solidFill>
          <a:latin typeface="TT Hoves" panose="02000503030000020004" pitchFamily="2" charset="77"/>
          <a:ea typeface="Klarheit Grotesk" pitchFamily="2" charset="77"/>
        </a:defRPr>
      </a:pPr>
      <a:endParaRPr lang="en-N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b-NO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07-FE4E-B904-87AD40FBEF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07-FE4E-B904-87AD40FBEF0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07-FE4E-B904-87AD40FBEF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5"/>
        <c:axId val="39675968"/>
        <c:axId val="39678656"/>
      </c:barChart>
      <c:catAx>
        <c:axId val="39675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accent6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chemeClr val="accent6">
                    <a:lumMod val="50000"/>
                  </a:schemeClr>
                </a:solidFill>
                <a:latin typeface="TT Hoves" panose="02000503030000020004" pitchFamily="2" charset="77"/>
                <a:ea typeface="Klarheit Grotesk" pitchFamily="2" charset="77"/>
                <a:cs typeface="+mn-cs"/>
              </a:defRPr>
            </a:pPr>
            <a:endParaRPr lang="en-GB"/>
          </a:p>
        </c:txPr>
        <c:crossAx val="39678656"/>
        <c:crosses val="autoZero"/>
        <c:auto val="1"/>
        <c:lblAlgn val="ctr"/>
        <c:lblOffset val="100"/>
        <c:noMultiLvlLbl val="0"/>
      </c:catAx>
      <c:valAx>
        <c:axId val="3967865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accent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chemeClr val="accent6">
                    <a:lumMod val="50000"/>
                  </a:schemeClr>
                </a:solidFill>
                <a:latin typeface="TT Hoves" panose="02000503030000020004" pitchFamily="2" charset="77"/>
                <a:ea typeface="Klarheit Grotesk" pitchFamily="2" charset="77"/>
                <a:cs typeface="+mn-cs"/>
              </a:defRPr>
            </a:pPr>
            <a:endParaRPr lang="en-GB"/>
          </a:p>
        </c:txPr>
        <c:crossAx val="39675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800" b="0" i="0" u="none" strike="noStrike" kern="1200" baseline="0">
              <a:solidFill>
                <a:schemeClr val="accent6">
                  <a:lumMod val="50000"/>
                </a:schemeClr>
              </a:solidFill>
              <a:latin typeface="TT Hoves" panose="02000503030000020004" pitchFamily="2" charset="77"/>
              <a:ea typeface="Klarheit Grotesk" pitchFamily="2" charset="77"/>
              <a:cs typeface="+mn-cs"/>
            </a:defRPr>
          </a:pPr>
          <a:endParaRPr lang="en-GB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GB" sz="800" b="0" i="0">
          <a:solidFill>
            <a:schemeClr val="accent6">
              <a:lumMod val="50000"/>
            </a:schemeClr>
          </a:solidFill>
          <a:latin typeface="TT Hoves" panose="02000503030000020004" pitchFamily="2" charset="77"/>
          <a:ea typeface="Klarheit Grotesk" pitchFamily="2" charset="77"/>
        </a:defRPr>
      </a:pPr>
      <a:endParaRPr lang="en-GB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b-NO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24-E346-8295-96DCCD221B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24-E346-8295-96DCCD221B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9050" cap="rnd">
              <a:solidFill>
                <a:schemeClr val="accent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F24-E346-8295-96DCCD221B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3520384"/>
        <c:axId val="2020082111"/>
      </c:lineChart>
      <c:catAx>
        <c:axId val="163520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accent6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chemeClr val="accent6">
                    <a:lumMod val="50000"/>
                  </a:schemeClr>
                </a:solidFill>
                <a:latin typeface="TT Hoves" panose="02000503030000020004" pitchFamily="2" charset="77"/>
                <a:ea typeface="Klarheit Grotesk" pitchFamily="2" charset="77"/>
                <a:cs typeface="+mn-cs"/>
              </a:defRPr>
            </a:pPr>
            <a:endParaRPr lang="en-GB"/>
          </a:p>
        </c:txPr>
        <c:crossAx val="2020082111"/>
        <c:crosses val="autoZero"/>
        <c:auto val="1"/>
        <c:lblAlgn val="ctr"/>
        <c:lblOffset val="100"/>
        <c:noMultiLvlLbl val="0"/>
      </c:catAx>
      <c:valAx>
        <c:axId val="2020082111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accent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chemeClr val="accent6">
                    <a:lumMod val="50000"/>
                  </a:schemeClr>
                </a:solidFill>
                <a:latin typeface="TT Hoves" panose="02000503030000020004" pitchFamily="2" charset="77"/>
                <a:ea typeface="Klarheit Grotesk" pitchFamily="2" charset="77"/>
                <a:cs typeface="+mn-cs"/>
              </a:defRPr>
            </a:pPr>
            <a:endParaRPr lang="en-GB"/>
          </a:p>
        </c:txPr>
        <c:crossAx val="163520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800" b="0" i="0" u="none" strike="noStrike" kern="1200" baseline="0">
              <a:solidFill>
                <a:schemeClr val="accent6">
                  <a:lumMod val="50000"/>
                </a:schemeClr>
              </a:solidFill>
              <a:latin typeface="TT Hoves" panose="02000503030000020004" pitchFamily="2" charset="77"/>
              <a:ea typeface="Klarheit Grotesk" pitchFamily="2" charset="77"/>
              <a:cs typeface="+mn-cs"/>
            </a:defRPr>
          </a:pPr>
          <a:endParaRPr lang="en-GB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GB" sz="800" b="0" i="0">
          <a:solidFill>
            <a:schemeClr val="accent6">
              <a:lumMod val="50000"/>
            </a:schemeClr>
          </a:solidFill>
          <a:latin typeface="TT Hoves" panose="02000503030000020004" pitchFamily="2" charset="77"/>
          <a:ea typeface="Klarheit Grotesk" pitchFamily="2" charset="77"/>
        </a:defRPr>
      </a:pPr>
      <a:endParaRPr lang="en-GB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b-NO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8C-6A4E-A291-08F95C6786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8C-6A4E-A291-08F95C6786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98C-6A4E-A291-08F95C6786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1867999743"/>
        <c:axId val="1916477311"/>
      </c:barChart>
      <c:catAx>
        <c:axId val="18679997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accent6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accent6">
                    <a:lumMod val="50000"/>
                  </a:schemeClr>
                </a:solidFill>
                <a:latin typeface="TT Hoves" panose="02000503030000020004" pitchFamily="2" charset="77"/>
                <a:ea typeface="Klarheit Grotesk" pitchFamily="2" charset="77"/>
                <a:cs typeface="+mn-cs"/>
              </a:defRPr>
            </a:pPr>
            <a:endParaRPr lang="en-NO"/>
          </a:p>
        </c:txPr>
        <c:crossAx val="1916477311"/>
        <c:crosses val="autoZero"/>
        <c:auto val="1"/>
        <c:lblAlgn val="ctr"/>
        <c:lblOffset val="100"/>
        <c:noMultiLvlLbl val="0"/>
      </c:catAx>
      <c:valAx>
        <c:axId val="1916477311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accent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accent6">
                    <a:lumMod val="50000"/>
                  </a:schemeClr>
                </a:solidFill>
                <a:latin typeface="TT Hoves" panose="02000503030000020004" pitchFamily="2" charset="77"/>
                <a:ea typeface="Klarheit Grotesk" pitchFamily="2" charset="77"/>
                <a:cs typeface="+mn-cs"/>
              </a:defRPr>
            </a:pPr>
            <a:endParaRPr lang="en-NO"/>
          </a:p>
        </c:txPr>
        <c:crossAx val="1867999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accent6">
                  <a:lumMod val="50000"/>
                </a:schemeClr>
              </a:solidFill>
              <a:latin typeface="TT Hoves" panose="02000503030000020004" pitchFamily="2" charset="77"/>
              <a:ea typeface="Klarheit Grotesk" pitchFamily="2" charset="77"/>
              <a:cs typeface="+mn-cs"/>
            </a:defRPr>
          </a:pPr>
          <a:endParaRPr lang="en-N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 b="0" i="0">
          <a:solidFill>
            <a:schemeClr val="accent6">
              <a:lumMod val="50000"/>
            </a:schemeClr>
          </a:solidFill>
          <a:latin typeface="TT Hoves" panose="02000503030000020004" pitchFamily="2" charset="77"/>
          <a:ea typeface="Klarheit Grotesk" pitchFamily="2" charset="77"/>
        </a:defRPr>
      </a:pPr>
      <a:endParaRPr lang="en-NO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b-NO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lumMod val="2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3B-E64A-B565-C9CA5BFBCD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>
                <a:lumMod val="9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3B-E64A-B565-C9CA5BFBCD2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3B-E64A-B565-C9CA5BFBC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7378431"/>
        <c:axId val="1947374399"/>
      </c:barChart>
      <c:catAx>
        <c:axId val="19473784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accent6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accent6">
                    <a:lumMod val="50000"/>
                  </a:schemeClr>
                </a:solidFill>
                <a:latin typeface="TT Hoves" panose="02000503030000020004" pitchFamily="2" charset="77"/>
                <a:ea typeface="Klarheit Grotesk" pitchFamily="2" charset="77"/>
                <a:cs typeface="+mn-cs"/>
              </a:defRPr>
            </a:pPr>
            <a:endParaRPr lang="en-NO"/>
          </a:p>
        </c:txPr>
        <c:crossAx val="1947374399"/>
        <c:crosses val="autoZero"/>
        <c:auto val="1"/>
        <c:lblAlgn val="ctr"/>
        <c:lblOffset val="100"/>
        <c:noMultiLvlLbl val="0"/>
      </c:catAx>
      <c:valAx>
        <c:axId val="1947374399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accent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accent6">
                    <a:lumMod val="50000"/>
                  </a:schemeClr>
                </a:solidFill>
                <a:latin typeface="TT Hoves" panose="02000503030000020004" pitchFamily="2" charset="77"/>
                <a:ea typeface="Klarheit Grotesk" pitchFamily="2" charset="77"/>
                <a:cs typeface="+mn-cs"/>
              </a:defRPr>
            </a:pPr>
            <a:endParaRPr lang="en-NO"/>
          </a:p>
        </c:txPr>
        <c:crossAx val="1947378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accent6">
                  <a:lumMod val="50000"/>
                </a:schemeClr>
              </a:solidFill>
              <a:latin typeface="TT Hoves" panose="02000503030000020004" pitchFamily="2" charset="77"/>
              <a:ea typeface="Klarheit Grotesk" pitchFamily="2" charset="77"/>
              <a:cs typeface="+mn-cs"/>
            </a:defRPr>
          </a:pPr>
          <a:endParaRPr lang="en-N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 b="0" i="0">
          <a:solidFill>
            <a:schemeClr val="accent6">
              <a:lumMod val="50000"/>
            </a:schemeClr>
          </a:solidFill>
          <a:latin typeface="TT Hoves" panose="02000503030000020004" pitchFamily="2" charset="77"/>
          <a:ea typeface="Klarheit Grotesk" pitchFamily="2" charset="77"/>
        </a:defRPr>
      </a:pPr>
      <a:endParaRPr lang="en-N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GB" sz="1200" b="0" i="0">
                <a:latin typeface="TT Hoves Pro" panose="020B0003020000020203" pitchFamily="34" charset="77"/>
              </a:defRPr>
            </a:lvl1pPr>
          </a:lstStyle>
          <a:p>
            <a:endParaRPr lang="en-NO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GB" sz="1200" b="0" i="0">
                <a:latin typeface="TT Hoves Pro" panose="020B0003020000020203" pitchFamily="34" charset="77"/>
              </a:defRPr>
            </a:lvl1pPr>
          </a:lstStyle>
          <a:p>
            <a:fld id="{1A36D72D-0C9D-1F45-9C96-C2E5FBC2AF6E}" type="datetimeFigureOut">
              <a:rPr lang="en-NO" smtClean="0"/>
              <a:pPr/>
              <a:t>08/03/2026</a:t>
            </a:fld>
            <a:endParaRPr lang="en-NO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GB" sz="1200" b="0" i="0">
                <a:latin typeface="TT Hoves Pro" panose="020B0003020000020203" pitchFamily="34" charset="77"/>
              </a:defRPr>
            </a:lvl1pPr>
          </a:lstStyle>
          <a:p>
            <a:endParaRPr lang="en-N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GB" sz="1200" b="0" i="0">
                <a:latin typeface="TT Hoves Pro" panose="020B0003020000020203" pitchFamily="34" charset="77"/>
              </a:defRPr>
            </a:lvl1pPr>
          </a:lstStyle>
          <a:p>
            <a:fld id="{F940B7F0-A3F6-CD44-BB3C-16CE3436A313}" type="slidenum">
              <a:rPr lang="en-NO" smtClean="0"/>
              <a:pPr/>
              <a:t>‹#›</a:t>
            </a:fld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192508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GB" sz="1200" b="0" i="0" kern="1200">
        <a:solidFill>
          <a:schemeClr val="tx1"/>
        </a:solidFill>
        <a:latin typeface="TT Hoves Pro" panose="020B0003020000020203" pitchFamily="34" charset="77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2F6A8AC-23A0-331F-D2CA-FB3F44DE62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9072" y="508000"/>
            <a:ext cx="5596528" cy="1371600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GB" sz="4800" b="0" i="0">
                <a:solidFill>
                  <a:srgbClr val="001D6C"/>
                </a:solidFill>
                <a:latin typeface="TT Hoves Pro Medium" panose="020B0003020000020203" pitchFamily="34" charset="77"/>
              </a:defRPr>
            </a:lvl1pPr>
          </a:lstStyle>
          <a:p>
            <a:r>
              <a:rPr lang="en-GB" dirty="0"/>
              <a:t>Click to edit presentation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C537481-DE51-7097-A9C7-91020364C3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6652" y="2032000"/>
            <a:ext cx="5598948" cy="246221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lang="en-GB" sz="1600" b="0" i="0" spc="0" baseline="0">
                <a:solidFill>
                  <a:srgbClr val="001D6C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800">
                <a:solidFill>
                  <a:schemeClr val="bg1"/>
                </a:solidFill>
              </a:defRPr>
            </a:lvl2pPr>
            <a:lvl3pPr marL="914400" indent="0">
              <a:buNone/>
              <a:defRPr lang="en-GB" sz="800">
                <a:solidFill>
                  <a:schemeClr val="bg1"/>
                </a:solidFill>
              </a:defRPr>
            </a:lvl3pPr>
            <a:lvl4pPr marL="1371600" indent="0">
              <a:buNone/>
              <a:defRPr lang="en-GB" sz="800">
                <a:solidFill>
                  <a:schemeClr val="bg1"/>
                </a:solidFill>
              </a:defRPr>
            </a:lvl4pPr>
            <a:lvl5pPr marL="1828800" indent="0">
              <a:buNone/>
              <a:defRPr lang="en-GB"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subtitle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FBC09F6-53AA-84CA-F55A-249FC83DAA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804DF90-B676-65AE-17B9-55AC981B86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4481" t="-1" r="-6183" b="-3447"/>
          <a:stretch>
            <a:fillRect/>
          </a:stretch>
        </p:blipFill>
        <p:spPr>
          <a:xfrm rot="16200000">
            <a:off x="3682998" y="-1634960"/>
            <a:ext cx="4826002" cy="1219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173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1201AFF-117D-BD50-BE4A-21E0AE6B996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9072" y="508000"/>
            <a:ext cx="5596528" cy="1371600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GB" sz="4800" b="0" i="0">
                <a:solidFill>
                  <a:srgbClr val="001D6C"/>
                </a:solidFill>
                <a:latin typeface="TT Hoves Pro Medium" panose="020B0003020000020203" pitchFamily="34" charset="77"/>
              </a:defRPr>
            </a:lvl1pPr>
          </a:lstStyle>
          <a:p>
            <a:r>
              <a:rPr lang="en-GB" dirty="0"/>
              <a:t>Click to edit presentation title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BF74623-90EB-0391-1925-5D4184594D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6652" y="2032000"/>
            <a:ext cx="5598948" cy="246221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lang="en-GB" sz="1600" b="0" i="0" spc="0" baseline="0">
                <a:solidFill>
                  <a:srgbClr val="001D6C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800">
                <a:solidFill>
                  <a:schemeClr val="bg1"/>
                </a:solidFill>
              </a:defRPr>
            </a:lvl2pPr>
            <a:lvl3pPr marL="914400" indent="0">
              <a:buNone/>
              <a:defRPr lang="en-GB" sz="800">
                <a:solidFill>
                  <a:schemeClr val="bg1"/>
                </a:solidFill>
              </a:defRPr>
            </a:lvl3pPr>
            <a:lvl4pPr marL="1371600" indent="0">
              <a:buNone/>
              <a:defRPr lang="en-GB" sz="800">
                <a:solidFill>
                  <a:schemeClr val="bg1"/>
                </a:solidFill>
              </a:defRPr>
            </a:lvl4pPr>
            <a:lvl5pPr marL="1828800" indent="0">
              <a:buNone/>
              <a:defRPr lang="en-GB"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subtitle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E0634B0-62FF-6E69-6F2F-678EA19F45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E5E9222-4DA7-1DD0-8360-DB46D9AAAA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4098" t="-3448" r="52396" b="1"/>
          <a:stretch>
            <a:fillRect/>
          </a:stretch>
        </p:blipFill>
        <p:spPr>
          <a:xfrm rot="5400000">
            <a:off x="3682998" y="-1634960"/>
            <a:ext cx="4826002" cy="1219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8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bg>
      <p:bgPr>
        <a:solidFill>
          <a:srgbClr val="001D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763176D-F450-6692-973E-C9A1C05B8D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9072" y="508000"/>
            <a:ext cx="5596528" cy="1371600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GB" sz="4800" b="0" i="0">
                <a:solidFill>
                  <a:schemeClr val="bg1"/>
                </a:solidFill>
                <a:latin typeface="TT Hoves Pro Medium" panose="020B0003020000020203" pitchFamily="34" charset="77"/>
              </a:defRPr>
            </a:lvl1pPr>
          </a:lstStyle>
          <a:p>
            <a:r>
              <a:rPr lang="en-GB" dirty="0"/>
              <a:t>Click to edit presentation title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0EC0436-5B40-8DFD-7E48-A425D4E03D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6652" y="2032000"/>
            <a:ext cx="5598948" cy="246221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lang="en-GB" sz="1600" b="0" i="0" spc="0" baseline="0">
                <a:solidFill>
                  <a:schemeClr val="bg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800">
                <a:solidFill>
                  <a:schemeClr val="bg1"/>
                </a:solidFill>
              </a:defRPr>
            </a:lvl2pPr>
            <a:lvl3pPr marL="914400" indent="0">
              <a:buNone/>
              <a:defRPr lang="en-GB" sz="800">
                <a:solidFill>
                  <a:schemeClr val="bg1"/>
                </a:solidFill>
              </a:defRPr>
            </a:lvl3pPr>
            <a:lvl4pPr marL="1371600" indent="0">
              <a:buNone/>
              <a:defRPr lang="en-GB" sz="800">
                <a:solidFill>
                  <a:schemeClr val="bg1"/>
                </a:solidFill>
              </a:defRPr>
            </a:lvl4pPr>
            <a:lvl5pPr marL="1828800" indent="0">
              <a:buNone/>
              <a:defRPr lang="en-GB"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subtitle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94EF0A-472B-9AE8-9033-C855674D2C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95C58FD-170B-AF8D-07E2-1F2F5AEC51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5483" t="-1" r="53781" b="-3447"/>
          <a:stretch>
            <a:fillRect/>
          </a:stretch>
        </p:blipFill>
        <p:spPr>
          <a:xfrm rot="16200000" flipH="1">
            <a:off x="3682997" y="-1651004"/>
            <a:ext cx="4826002" cy="1219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06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654A977-4899-BC3A-E42F-B4DFA1B21F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9072" y="508000"/>
            <a:ext cx="5596528" cy="1371600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GB" sz="4800" b="0" i="0">
                <a:solidFill>
                  <a:srgbClr val="001D6C"/>
                </a:solidFill>
                <a:latin typeface="TT Hoves Pro Medium" panose="020B0003020000020203" pitchFamily="34" charset="77"/>
              </a:defRPr>
            </a:lvl1pPr>
          </a:lstStyle>
          <a:p>
            <a:r>
              <a:rPr lang="en-GB" dirty="0"/>
              <a:t>Click to edit presentation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1C7DF12-D757-66A2-26F6-859A01900A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6652" y="2032000"/>
            <a:ext cx="5598948" cy="246221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lang="en-GB" sz="1600" b="0" i="0" spc="0" baseline="0">
                <a:solidFill>
                  <a:srgbClr val="001D6C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800">
                <a:solidFill>
                  <a:schemeClr val="bg1"/>
                </a:solidFill>
              </a:defRPr>
            </a:lvl2pPr>
            <a:lvl3pPr marL="914400" indent="0">
              <a:buNone/>
              <a:defRPr lang="en-GB" sz="800">
                <a:solidFill>
                  <a:schemeClr val="bg1"/>
                </a:solidFill>
              </a:defRPr>
            </a:lvl3pPr>
            <a:lvl4pPr marL="1371600" indent="0">
              <a:buNone/>
              <a:defRPr lang="en-GB" sz="800">
                <a:solidFill>
                  <a:schemeClr val="bg1"/>
                </a:solidFill>
              </a:defRPr>
            </a:lvl4pPr>
            <a:lvl5pPr marL="1828800" indent="0">
              <a:buNone/>
              <a:defRPr lang="en-GB"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subtitle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C9E7156-4C0E-7AB6-84A4-67DF655011D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2794000"/>
            <a:ext cx="12192000" cy="4064000"/>
          </a:xfrm>
          <a:custGeom>
            <a:avLst/>
            <a:gdLst>
              <a:gd name="csX0" fmla="*/ 0 w 12192000"/>
              <a:gd name="csY0" fmla="*/ 0 h 4064000"/>
              <a:gd name="csX1" fmla="*/ 11502217 w 12192000"/>
              <a:gd name="csY1" fmla="*/ 916497 h 4064000"/>
              <a:gd name="csX2" fmla="*/ 12192000 w 12192000"/>
              <a:gd name="csY2" fmla="*/ 1055645 h 4064000"/>
              <a:gd name="csX3" fmla="*/ 12192000 w 12192000"/>
              <a:gd name="csY3" fmla="*/ 4064000 h 4064000"/>
              <a:gd name="csX4" fmla="*/ 0 w 12192000"/>
              <a:gd name="csY4" fmla="*/ 4064000 h 406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2000" h="4064000">
                <a:moveTo>
                  <a:pt x="0" y="0"/>
                </a:moveTo>
                <a:cubicBezTo>
                  <a:pt x="4369203" y="0"/>
                  <a:pt x="8376477" y="343942"/>
                  <a:pt x="11502217" y="916497"/>
                </a:cubicBezTo>
                <a:lnTo>
                  <a:pt x="12192000" y="1055645"/>
                </a:lnTo>
                <a:lnTo>
                  <a:pt x="12192000" y="4064000"/>
                </a:lnTo>
                <a:lnTo>
                  <a:pt x="0" y="4064000"/>
                </a:lnTo>
                <a:close/>
              </a:path>
            </a:pathLst>
          </a:custGeom>
          <a:noFill/>
        </p:spPr>
        <p:txBody>
          <a:bodyPr wrap="square" lIns="180000" tIns="0" rIns="0" bIns="180000" anchor="b">
            <a:noAutofit/>
          </a:bodyPr>
          <a:lstStyle>
            <a:lvl1pPr marL="0" indent="0" algn="l">
              <a:buNone/>
              <a:defRPr lang="en-GB" sz="12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E2A052-DCC3-2DDD-EC3E-2563485F9B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276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imag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654A977-4899-BC3A-E42F-B4DFA1B21F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9072" y="508000"/>
            <a:ext cx="5596528" cy="1371600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GB" sz="4800" b="0" i="0">
                <a:solidFill>
                  <a:srgbClr val="001D6C"/>
                </a:solidFill>
                <a:latin typeface="TT Hoves Pro Medium" panose="020B0003020000020203" pitchFamily="34" charset="77"/>
              </a:defRPr>
            </a:lvl1pPr>
          </a:lstStyle>
          <a:p>
            <a:r>
              <a:rPr lang="en-GB" dirty="0"/>
              <a:t>Click to edit presentation title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C9E7156-4C0E-7AB6-84A4-67DF655011D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2794000"/>
            <a:ext cx="12192000" cy="4064000"/>
          </a:xfrm>
          <a:custGeom>
            <a:avLst/>
            <a:gdLst>
              <a:gd name="csX0" fmla="*/ 0 w 12192000"/>
              <a:gd name="csY0" fmla="*/ 0 h 4064000"/>
              <a:gd name="csX1" fmla="*/ 11502217 w 12192000"/>
              <a:gd name="csY1" fmla="*/ 916497 h 4064000"/>
              <a:gd name="csX2" fmla="*/ 12192000 w 12192000"/>
              <a:gd name="csY2" fmla="*/ 1055645 h 4064000"/>
              <a:gd name="csX3" fmla="*/ 12192000 w 12192000"/>
              <a:gd name="csY3" fmla="*/ 4064000 h 4064000"/>
              <a:gd name="csX4" fmla="*/ 0 w 12192000"/>
              <a:gd name="csY4" fmla="*/ 4064000 h 406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2000" h="4064000">
                <a:moveTo>
                  <a:pt x="0" y="0"/>
                </a:moveTo>
                <a:cubicBezTo>
                  <a:pt x="4369203" y="0"/>
                  <a:pt x="8376477" y="343942"/>
                  <a:pt x="11502217" y="916497"/>
                </a:cubicBezTo>
                <a:lnTo>
                  <a:pt x="12192000" y="1055645"/>
                </a:lnTo>
                <a:lnTo>
                  <a:pt x="12192000" y="4064000"/>
                </a:lnTo>
                <a:lnTo>
                  <a:pt x="0" y="4064000"/>
                </a:lnTo>
                <a:close/>
              </a:path>
            </a:pathLst>
          </a:custGeom>
          <a:noFill/>
        </p:spPr>
        <p:txBody>
          <a:bodyPr wrap="square" lIns="180000" tIns="0" rIns="0" bIns="180000" anchor="b">
            <a:noAutofit/>
          </a:bodyPr>
          <a:lstStyle>
            <a:lvl1pPr marL="0" indent="0" algn="l">
              <a:buNone/>
              <a:defRPr lang="en-GB" sz="12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98B8829-0A0E-FAD4-6776-97B4E1CF91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C6B8437-702D-DEAE-1F3A-F0C8B152E4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6652" y="2032000"/>
            <a:ext cx="5598948" cy="246221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lang="en-GB" sz="1600" b="0" i="0" spc="0" baseline="0">
                <a:solidFill>
                  <a:srgbClr val="001D6C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800">
                <a:solidFill>
                  <a:schemeClr val="bg1"/>
                </a:solidFill>
              </a:defRPr>
            </a:lvl2pPr>
            <a:lvl3pPr marL="914400" indent="0">
              <a:buNone/>
              <a:defRPr lang="en-GB" sz="800">
                <a:solidFill>
                  <a:schemeClr val="bg1"/>
                </a:solidFill>
              </a:defRPr>
            </a:lvl3pPr>
            <a:lvl4pPr marL="1371600" indent="0">
              <a:buNone/>
              <a:defRPr lang="en-GB" sz="800">
                <a:solidFill>
                  <a:schemeClr val="bg1"/>
                </a:solidFill>
              </a:defRPr>
            </a:lvl4pPr>
            <a:lvl5pPr marL="1828800" indent="0">
              <a:buNone/>
              <a:defRPr lang="en-GB"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10817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imag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654A977-4899-BC3A-E42F-B4DFA1B21F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9072" y="508000"/>
            <a:ext cx="5596528" cy="1371600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GB" sz="4800" b="0" i="0">
                <a:solidFill>
                  <a:schemeClr val="bg1"/>
                </a:solidFill>
                <a:latin typeface="TT Hoves Pro Medium" panose="020B0003020000020203" pitchFamily="34" charset="77"/>
              </a:defRPr>
            </a:lvl1pPr>
          </a:lstStyle>
          <a:p>
            <a:r>
              <a:rPr lang="en-GB" dirty="0"/>
              <a:t>Click to edit presentation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1C7DF12-D757-66A2-26F6-859A01900A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6652" y="2032000"/>
            <a:ext cx="5598948" cy="246221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lang="en-GB" sz="1600" b="0" i="0" spc="0" baseline="0">
                <a:solidFill>
                  <a:schemeClr val="bg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800">
                <a:solidFill>
                  <a:schemeClr val="bg1"/>
                </a:solidFill>
              </a:defRPr>
            </a:lvl2pPr>
            <a:lvl3pPr marL="914400" indent="0">
              <a:buNone/>
              <a:defRPr lang="en-GB" sz="800">
                <a:solidFill>
                  <a:schemeClr val="bg1"/>
                </a:solidFill>
              </a:defRPr>
            </a:lvl3pPr>
            <a:lvl4pPr marL="1371600" indent="0">
              <a:buNone/>
              <a:defRPr lang="en-GB" sz="800">
                <a:solidFill>
                  <a:schemeClr val="bg1"/>
                </a:solidFill>
              </a:defRPr>
            </a:lvl4pPr>
            <a:lvl5pPr marL="1828800" indent="0">
              <a:buNone/>
              <a:defRPr lang="en-GB"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subtitle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C9E7156-4C0E-7AB6-84A4-67DF655011D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2794000"/>
            <a:ext cx="12192000" cy="4064000"/>
          </a:xfrm>
          <a:custGeom>
            <a:avLst/>
            <a:gdLst>
              <a:gd name="csX0" fmla="*/ 0 w 12192000"/>
              <a:gd name="csY0" fmla="*/ 0 h 4064000"/>
              <a:gd name="csX1" fmla="*/ 11502217 w 12192000"/>
              <a:gd name="csY1" fmla="*/ 916497 h 4064000"/>
              <a:gd name="csX2" fmla="*/ 12192000 w 12192000"/>
              <a:gd name="csY2" fmla="*/ 1055645 h 4064000"/>
              <a:gd name="csX3" fmla="*/ 12192000 w 12192000"/>
              <a:gd name="csY3" fmla="*/ 4064000 h 4064000"/>
              <a:gd name="csX4" fmla="*/ 0 w 12192000"/>
              <a:gd name="csY4" fmla="*/ 4064000 h 406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2000" h="4064000">
                <a:moveTo>
                  <a:pt x="0" y="0"/>
                </a:moveTo>
                <a:cubicBezTo>
                  <a:pt x="4369203" y="0"/>
                  <a:pt x="8376477" y="343942"/>
                  <a:pt x="11502217" y="916497"/>
                </a:cubicBezTo>
                <a:lnTo>
                  <a:pt x="12192000" y="1055645"/>
                </a:lnTo>
                <a:lnTo>
                  <a:pt x="12192000" y="4064000"/>
                </a:lnTo>
                <a:lnTo>
                  <a:pt x="0" y="4064000"/>
                </a:lnTo>
                <a:close/>
              </a:path>
            </a:pathLst>
          </a:custGeom>
          <a:noFill/>
        </p:spPr>
        <p:txBody>
          <a:bodyPr wrap="square" lIns="180000" tIns="0" rIns="0" bIns="180000" anchor="b">
            <a:noAutofit/>
          </a:bodyPr>
          <a:lstStyle>
            <a:lvl1pPr marL="0" indent="0" algn="l">
              <a:buNone/>
              <a:defRPr lang="en-GB" sz="12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F33FE4F-E8F1-6F12-0FC0-F6D83051BC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30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03B1-A2DA-7422-CA2D-70BC09EABD0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4237" y="508000"/>
            <a:ext cx="5601364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title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B7C7972-9A2C-48A2-F2B5-9F5EA3ED0D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7421" y="2897314"/>
            <a:ext cx="4632979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title 1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077CE07-9478-4B8E-D392-679D8453A9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975976" y="2898590"/>
            <a:ext cx="803836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00C4CD03-EEB4-E35A-5E79-D868585BF6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7422" y="3252833"/>
            <a:ext cx="4632979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title 2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6D02A61-241F-3CA1-98BF-DF12040820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75976" y="3253555"/>
            <a:ext cx="803836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5169A89F-CDF5-6267-57F3-AD3F871158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7421" y="3608352"/>
            <a:ext cx="4632979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title 3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7BA6B998-A55D-F001-4BB2-B18C314845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975975" y="3608520"/>
            <a:ext cx="803836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37DE6AF6-53D5-F10E-B1F8-C75FBAD3D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7421" y="3959254"/>
            <a:ext cx="4632979" cy="317010"/>
          </a:xfr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pPr>
            <a:r>
              <a:rPr lang="en-GB" dirty="0"/>
              <a:t>Click to add title 4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BBE8D282-A290-7685-46C9-AC6F1AD36C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975975" y="3963485"/>
            <a:ext cx="803836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303827B-985A-A15D-4588-F5EA686DBE1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7421" y="4314773"/>
            <a:ext cx="4632979" cy="317010"/>
          </a:xfr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pPr>
            <a:r>
              <a:rPr lang="en-GB" dirty="0"/>
              <a:t>Click to add title 5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05D1D-55F3-0299-96D8-FD2FA746BE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975975" y="4318450"/>
            <a:ext cx="803836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62F3905F-AE35-BF94-5929-5695DBA1C86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87421" y="4670292"/>
            <a:ext cx="4632979" cy="317010"/>
          </a:xfr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pPr>
            <a:r>
              <a:rPr lang="en-GB" dirty="0"/>
              <a:t>Click to add title 6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68651C7-1259-D14D-709F-0F12121587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975975" y="4673415"/>
            <a:ext cx="803836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E6E540A0-78E8-0CCF-3750-EAB48825E2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87421" y="5025811"/>
            <a:ext cx="4632979" cy="317010"/>
          </a:xfr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pPr>
            <a:r>
              <a:rPr lang="en-GB" dirty="0"/>
              <a:t>Click to add title 7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454B1A15-7A37-0AF8-F8EA-C660A61CE0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75975" y="5028380"/>
            <a:ext cx="803836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99A7DA0B-007F-7647-D4DF-7EE2689E574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7421" y="5381327"/>
            <a:ext cx="4632979" cy="317010"/>
          </a:xfr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pPr>
            <a:r>
              <a:rPr lang="en-GB" dirty="0"/>
              <a:t>Click to add title 8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B116A722-C889-DFAB-FFF4-A84FB08A069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975975" y="5383345"/>
            <a:ext cx="803836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9BC4B6F-D2E3-DD5C-8DA1-F1DF352BDC96}"/>
              </a:ext>
            </a:extLst>
          </p:cNvPr>
          <p:cNvSpPr txBox="1">
            <a:spLocks/>
          </p:cNvSpPr>
          <p:nvPr userDrawn="1"/>
        </p:nvSpPr>
        <p:spPr>
          <a:xfrm>
            <a:off x="406398" y="5385805"/>
            <a:ext cx="5613401" cy="106182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800" b="0" i="0" dirty="0">
                <a:solidFill>
                  <a:schemeClr val="tx1"/>
                </a:solidFill>
                <a:latin typeface="TT Hoves Pro Medium" panose="020B0003020000020203" pitchFamily="34" charset="77"/>
              </a:rPr>
              <a:t>REQ AS</a:t>
            </a:r>
            <a:br>
              <a:rPr lang="en-GB" sz="800" b="0" i="0" dirty="0">
                <a:solidFill>
                  <a:schemeClr val="tx1"/>
                </a:solidFill>
                <a:latin typeface="TT Hoves Pro" panose="020B0003020000020203" pitchFamily="34" charset="77"/>
              </a:rPr>
            </a:br>
            <a:r>
              <a:rPr lang="en-GB" sz="800" b="0" i="0" dirty="0">
                <a:solidFill>
                  <a:schemeClr val="tx1"/>
                </a:solidFill>
                <a:latin typeface="TT Hoves Pro" panose="020B0003020000020203" pitchFamily="34" charset="77"/>
              </a:rPr>
              <a:t>Sommerrogata 17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800" b="0" i="0" dirty="0">
                <a:solidFill>
                  <a:schemeClr val="tx1"/>
                </a:solidFill>
                <a:latin typeface="TT Hoves Pro" panose="020B0003020000020203" pitchFamily="34" charset="77"/>
              </a:rPr>
              <a:t>0255 Oslo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800" b="0" i="0" dirty="0">
                <a:solidFill>
                  <a:schemeClr val="tx1"/>
                </a:solidFill>
                <a:latin typeface="TT Hoves Pro" panose="020B0003020000020203" pitchFamily="34" charset="77"/>
              </a:rPr>
              <a:t>Norway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endParaRPr lang="en-GB" sz="800" b="0" i="0" dirty="0">
              <a:solidFill>
                <a:schemeClr val="tx1"/>
              </a:solidFill>
              <a:latin typeface="TT Hoves Pro" panose="020B0003020000020203" pitchFamily="34" charset="77"/>
            </a:endParaRP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800" b="0" i="0" dirty="0">
                <a:solidFill>
                  <a:schemeClr val="tx1"/>
                </a:solidFill>
                <a:latin typeface="TT Hoves Pro" panose="020B0003020000020203" pitchFamily="34" charset="77"/>
              </a:rPr>
              <a:t>Kungsgatan 8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800" b="0" i="0" dirty="0">
                <a:solidFill>
                  <a:schemeClr val="tx1"/>
                </a:solidFill>
                <a:latin typeface="TT Hoves Pro" panose="020B0003020000020203" pitchFamily="34" charset="77"/>
              </a:rPr>
              <a:t>111 42 Stockholm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800" b="0" i="0" dirty="0">
                <a:solidFill>
                  <a:schemeClr val="tx1"/>
                </a:solidFill>
                <a:latin typeface="TT Hoves Pro" panose="020B0003020000020203" pitchFamily="34" charset="77"/>
              </a:rPr>
              <a:t>Sweden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8C97FA8-CD7F-B588-FA0D-31764E24B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5975" y="6324984"/>
            <a:ext cx="803028" cy="12311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lang="en-GB" sz="800">
                <a:solidFill>
                  <a:schemeClr val="tx1"/>
                </a:solidFill>
              </a:defRPr>
            </a:lvl1pPr>
          </a:lstStyle>
          <a:p>
            <a:fld id="{4B87D714-1B0C-B346-BB4E-D29ADD6C43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2CF9B22-C2E5-B1A0-D020-829F1766E2B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81660" y="1270000"/>
            <a:ext cx="5596682" cy="6096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6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EDAB2E0-E931-002C-40ED-B08E1FD068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13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03B1-A2DA-7422-CA2D-70BC09EABD0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4" y="509870"/>
            <a:ext cx="5596681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B7C7972-9A2C-48A2-F2B5-9F5EA3ED0D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727" y="508000"/>
            <a:ext cx="5600873" cy="5181600"/>
          </a:xfrm>
        </p:spPr>
        <p:txBody>
          <a:bodyPr wrap="none"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executive summary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69D295D-45C6-5EC5-4A14-5444BC6556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7" y="1270001"/>
            <a:ext cx="5596682" cy="6096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610B3B-43E0-436D-C66D-BCDE1C83D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C43FDA3-16C2-8F36-70AE-395F148371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D205884-72AB-7ADF-03BF-D21569527D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407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8925" y="2032001"/>
            <a:ext cx="11366675" cy="3682999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8AB3F1-660F-BD31-2B4F-262199BD4C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4" y="508001"/>
            <a:ext cx="11366674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E20895E-6430-F743-AB9F-5AA6DBD2044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11366674" cy="6096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AF8128C-1442-2A89-6032-AD50979E4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05A8C5A-8619-D6C7-D5F1-66E9E89E14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8EEA48C-FE34-DAF6-3FA3-29AEFF69F1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24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tent slide 1 colum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8925" y="2032001"/>
            <a:ext cx="11366675" cy="3682999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bg1"/>
                </a:solidFill>
              </a:defRPr>
            </a:lvl1pPr>
            <a:lvl2pPr>
              <a:defRPr lang="en-GB" sz="1600">
                <a:solidFill>
                  <a:schemeClr val="bg1"/>
                </a:solidFill>
              </a:defRPr>
            </a:lvl2pPr>
            <a:lvl3pPr>
              <a:defRPr lang="en-GB" sz="1400">
                <a:solidFill>
                  <a:schemeClr val="bg1"/>
                </a:solidFill>
              </a:defRPr>
            </a:lvl3pPr>
            <a:lvl4pPr>
              <a:defRPr lang="en-GB" sz="1200">
                <a:solidFill>
                  <a:schemeClr val="bg1"/>
                </a:solidFill>
              </a:defRPr>
            </a:lvl4pPr>
            <a:lvl5pPr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8AB3F1-660F-BD31-2B4F-262199BD4C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4" y="508001"/>
            <a:ext cx="11366674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E20895E-6430-F743-AB9F-5AA6DBD2044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11366674" cy="6096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bg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AF8128C-1442-2A89-6032-AD50979E4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bg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05A8C5A-8619-D6C7-D5F1-66E9E89E14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bg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8EEA48C-FE34-DAF6-3FA3-29AEFF69F1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45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2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2749" y="2032000"/>
            <a:ext cx="11368659" cy="3683000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428928C-4E07-2301-E124-20B18631562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3358"/>
            <a:ext cx="11365690" cy="396242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0F8ECFC-7A2E-7FF2-165F-163DF5B35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ED6AA95-9C89-8446-A659-756F3ADDCA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5DA6E86-6312-5E63-D5A3-4C1105EBD9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2" name="Shape 3">
            <a:extLst>
              <a:ext uri="{FF2B5EF4-FFF2-40B4-BE49-F238E27FC236}">
                <a16:creationId xmlns:a16="http://schemas.microsoft.com/office/drawing/2014/main" id="{DF972CD2-BE77-90D8-19C7-8C6F8FD0C067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D90E17FC-FF4A-23E8-D870-A8833DE3D59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4A204F12-4CBE-073E-0970-A733598EDBC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2372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1 column text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07000" y="1485141"/>
            <a:ext cx="6574409" cy="4229858"/>
          </a:xfrm>
          <a:noFill/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78DA256A-DF9F-E0A3-9F2D-6F9BC55D31F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7" y="1485141"/>
            <a:ext cx="4637744" cy="6120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1B7B933-F6E5-7B54-1BD1-3416D0C6D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F2E56F9-47AD-E00E-353C-80285EFEA7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B148AB5-C626-9AFB-4AF3-E414C9145E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848200FD-D3E2-D566-3625-C7192942F71E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2BAA7980-C977-4A6E-1621-C7A2714736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F0EBA350-D5D5-2478-F5C3-256AB3A9EE6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54272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column and pictur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8927" y="1496545"/>
            <a:ext cx="3683173" cy="4218456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Picture Placeholder 16">
            <a:extLst>
              <a:ext uri="{FF2B5EF4-FFF2-40B4-BE49-F238E27FC236}">
                <a16:creationId xmlns:a16="http://schemas.microsoft.com/office/drawing/2014/main" id="{6C6C841D-335A-7CEC-A0EE-C312AC293B3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096249" y="1496545"/>
            <a:ext cx="3691509" cy="4218456"/>
          </a:xfrm>
        </p:spPr>
        <p:txBody>
          <a:bodyPr tIns="72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C514F7D-6FED-6440-1DF8-10D26DB39B4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270223" y="1496545"/>
            <a:ext cx="3660697" cy="4218456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346EF88-16D3-9CBD-5B14-6ABF66371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3FEC670-B4BE-6987-AD63-A4B4AFD353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53D081C-A966-3867-9A24-5C51EF2203E0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364FF27-D054-D55E-0143-3F1F575B20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55DC4704-D4CD-8277-836A-71C6FC82725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0D429E2F-6A3A-B120-E0AA-5E5A62AFC87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2584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column and pictur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6">
            <a:extLst>
              <a:ext uri="{FF2B5EF4-FFF2-40B4-BE49-F238E27FC236}">
                <a16:creationId xmlns:a16="http://schemas.microsoft.com/office/drawing/2014/main" id="{6C6C841D-335A-7CEC-A0EE-C312AC293B3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13560" y="1496544"/>
            <a:ext cx="3688539" cy="4218455"/>
          </a:xfrm>
        </p:spPr>
        <p:txBody>
          <a:bodyPr tIns="72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7A17D73E-7795-6FEF-A05B-DE98D641451A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101886" y="2032000"/>
            <a:ext cx="3677452" cy="3683000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5C09878C-6520-893E-5409-126FA89FFE5F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4270223" y="2038454"/>
            <a:ext cx="3660697" cy="3676546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81233C6-A57C-5EE5-0656-2271E4B5A3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65756" y="1496544"/>
            <a:ext cx="7512684" cy="38305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BBD603-2678-DF0A-A158-212A9059B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5E524BDD-45A4-C4D4-5499-EB8390FC6F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9373D569-C6A8-075F-068D-8A2095CD50EB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30C51D1D-263B-FA93-FA06-8BD4765AE3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E5D1B329-1EE8-5F5C-A808-7D88F2977F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F0FEF59E-A798-DEA0-31FF-71575FB2C48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1228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2750" y="2032000"/>
            <a:ext cx="5607050" cy="3683000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0BF4DED-CEAE-2934-6B0A-BEEC982A815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2479" y="2032000"/>
            <a:ext cx="5595961" cy="3683000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428928C-4E07-2301-E124-20B18631562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3358"/>
            <a:ext cx="11365690" cy="396242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0F8ECFC-7A2E-7FF2-165F-163DF5B35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ED6AA95-9C89-8446-A659-756F3ADDCA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5DA6E86-6312-5E63-D5A3-4C1105EBD9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2" name="Shape 3">
            <a:extLst>
              <a:ext uri="{FF2B5EF4-FFF2-40B4-BE49-F238E27FC236}">
                <a16:creationId xmlns:a16="http://schemas.microsoft.com/office/drawing/2014/main" id="{DF972CD2-BE77-90D8-19C7-8C6F8FD0C067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F3D0F9A7-9CF5-CAF4-1CEC-8EB9A2F1254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822AA497-8E2B-1114-9679-AE1DEADC225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7874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columns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2073" y="2795021"/>
            <a:ext cx="5598583" cy="2919979"/>
          </a:xfrm>
        </p:spPr>
        <p:txBody>
          <a:bodyPr lIns="0" tIns="0" rIns="0" bIns="0">
            <a:normAutofit/>
          </a:bodyPr>
          <a:lstStyle>
            <a:lvl1pPr>
              <a:defRPr lang="en-GB" sz="18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>
              <a:defRPr lang="en-GB" sz="1600" b="0" i="0">
                <a:solidFill>
                  <a:schemeClr val="tx1"/>
                </a:solidFill>
                <a:latin typeface="TT Hoves Pro" panose="020B0003020000020203" pitchFamily="34" charset="77"/>
              </a:defRPr>
            </a:lvl2pPr>
            <a:lvl3pPr>
              <a:defRPr lang="en-GB" sz="1400" b="0" i="0">
                <a:solidFill>
                  <a:schemeClr val="tx1"/>
                </a:solidFill>
                <a:latin typeface="TT Hoves Pro" panose="020B0003020000020203" pitchFamily="34" charset="77"/>
              </a:defRPr>
            </a:lvl3pPr>
            <a:lvl4pPr>
              <a:defRPr lang="en-GB" sz="1200" b="0" i="0">
                <a:solidFill>
                  <a:schemeClr val="tx1"/>
                </a:solidFill>
                <a:latin typeface="TT Hoves Pro" panose="020B0003020000020203" pitchFamily="34" charset="77"/>
              </a:defRPr>
            </a:lvl4pPr>
            <a:lvl5pPr>
              <a:defRPr lang="en-GB" sz="1200" b="0" i="0">
                <a:solidFill>
                  <a:schemeClr val="tx1"/>
                </a:solidFill>
                <a:latin typeface="TT Hoves Pro" panose="020B0003020000020203" pitchFamily="34" charset="77"/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0BF4DED-CEAE-2934-6B0A-BEEC982A815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2479" y="2794001"/>
            <a:ext cx="5596771" cy="2921000"/>
          </a:xfrm>
        </p:spPr>
        <p:txBody>
          <a:bodyPr lIns="0" tIns="0" rIns="0" bIns="0">
            <a:normAutofit/>
          </a:bodyPr>
          <a:lstStyle>
            <a:lvl1pPr>
              <a:defRPr lang="en-GB" sz="18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>
              <a:defRPr lang="en-GB" sz="1600" b="0" i="0">
                <a:solidFill>
                  <a:schemeClr val="tx1"/>
                </a:solidFill>
                <a:latin typeface="TT Hoves Pro" panose="020B0003020000020203" pitchFamily="34" charset="77"/>
              </a:defRPr>
            </a:lvl2pPr>
            <a:lvl3pPr>
              <a:defRPr lang="en-GB" sz="1400" b="0" i="0">
                <a:solidFill>
                  <a:schemeClr val="tx1"/>
                </a:solidFill>
                <a:latin typeface="TT Hoves Pro" panose="020B0003020000020203" pitchFamily="34" charset="77"/>
              </a:defRPr>
            </a:lvl3pPr>
            <a:lvl4pPr>
              <a:defRPr lang="en-GB" sz="1200" b="0" i="0">
                <a:solidFill>
                  <a:schemeClr val="tx1"/>
                </a:solidFill>
                <a:latin typeface="TT Hoves Pro" panose="020B0003020000020203" pitchFamily="34" charset="77"/>
              </a:defRPr>
            </a:lvl4pPr>
            <a:lvl5pPr>
              <a:defRPr lang="en-GB" sz="1200" b="0" i="0">
                <a:solidFill>
                  <a:schemeClr val="tx1"/>
                </a:solidFill>
                <a:latin typeface="TT Hoves Pro" panose="020B0003020000020203" pitchFamily="34" charset="77"/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6BCB43-2DA7-2F84-1039-D89E721535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107" y="2039213"/>
            <a:ext cx="5599112" cy="600671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5AA1B94-6649-79E0-9452-BA0563E572F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9282" y="2048935"/>
            <a:ext cx="5596318" cy="592665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D56D90A-3C2A-2526-DE5C-F4A8D2A62C5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3358"/>
            <a:ext cx="11365690" cy="40471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3075F89-B4B5-B392-D01F-CFD93799B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620327E-2950-3B96-6755-979D4D33E8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961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6D76D02-9865-9B1A-5233-F72068E6A4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45FC9503-93FC-95A4-2EC3-39279448264B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D4DCC3-0322-1251-1789-E8FC51506A6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09A34FE2-47F0-CA0E-D3F1-07DA07159C8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4018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containers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2073" y="2795021"/>
            <a:ext cx="5598583" cy="2919979"/>
          </a:xfrm>
          <a:solidFill>
            <a:schemeClr val="accent2">
              <a:lumMod val="20000"/>
              <a:lumOff val="8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8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>
              <a:lnSpc>
                <a:spcPct val="120000"/>
              </a:lnSpc>
              <a:defRPr lang="en-GB" sz="1600" b="0" i="0">
                <a:solidFill>
                  <a:schemeClr val="tx1"/>
                </a:solidFill>
                <a:latin typeface="TT Hoves Pro" panose="020B0003020000020203" pitchFamily="34" charset="77"/>
              </a:defRPr>
            </a:lvl2pPr>
            <a:lvl3pPr>
              <a:lnSpc>
                <a:spcPct val="120000"/>
              </a:lnSpc>
              <a:defRPr lang="en-GB" sz="1400" b="0" i="0">
                <a:solidFill>
                  <a:schemeClr val="tx1"/>
                </a:solidFill>
                <a:latin typeface="TT Hoves Pro" panose="020B0003020000020203" pitchFamily="34" charset="77"/>
              </a:defRPr>
            </a:lvl3pPr>
            <a:lvl4pPr>
              <a:lnSpc>
                <a:spcPct val="120000"/>
              </a:lnSpc>
              <a:defRPr lang="en-GB" sz="1200" b="0" i="0">
                <a:solidFill>
                  <a:schemeClr val="tx1"/>
                </a:solidFill>
                <a:latin typeface="TT Hoves Pro" panose="020B0003020000020203" pitchFamily="34" charset="77"/>
              </a:defRPr>
            </a:lvl4pPr>
            <a:lvl5pPr>
              <a:lnSpc>
                <a:spcPct val="120000"/>
              </a:lnSpc>
              <a:defRPr lang="en-GB" sz="1200" b="0" i="0">
                <a:solidFill>
                  <a:schemeClr val="tx1"/>
                </a:solidFill>
                <a:latin typeface="TT Hoves Pro" panose="020B0003020000020203" pitchFamily="34" charset="77"/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0BF4DED-CEAE-2934-6B0A-BEEC982A815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2479" y="2794001"/>
            <a:ext cx="5596771" cy="2921000"/>
          </a:xfrm>
          <a:solidFill>
            <a:schemeClr val="accent4"/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8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>
              <a:lnSpc>
                <a:spcPct val="120000"/>
              </a:lnSpc>
              <a:defRPr lang="en-GB" sz="1600" b="0" i="0">
                <a:solidFill>
                  <a:schemeClr val="tx1"/>
                </a:solidFill>
                <a:latin typeface="TT Hoves Pro" panose="020B0003020000020203" pitchFamily="34" charset="77"/>
              </a:defRPr>
            </a:lvl2pPr>
            <a:lvl3pPr>
              <a:lnSpc>
                <a:spcPct val="120000"/>
              </a:lnSpc>
              <a:defRPr lang="en-GB" sz="1400" b="0" i="0">
                <a:solidFill>
                  <a:schemeClr val="tx1"/>
                </a:solidFill>
                <a:latin typeface="TT Hoves Pro" panose="020B0003020000020203" pitchFamily="34" charset="77"/>
              </a:defRPr>
            </a:lvl3pPr>
            <a:lvl4pPr>
              <a:lnSpc>
                <a:spcPct val="120000"/>
              </a:lnSpc>
              <a:defRPr lang="en-GB" sz="1200" b="0" i="0">
                <a:solidFill>
                  <a:schemeClr val="tx1"/>
                </a:solidFill>
                <a:latin typeface="TT Hoves Pro" panose="020B0003020000020203" pitchFamily="34" charset="77"/>
              </a:defRPr>
            </a:lvl4pPr>
            <a:lvl5pPr>
              <a:lnSpc>
                <a:spcPct val="120000"/>
              </a:lnSpc>
              <a:defRPr lang="en-GB" sz="1200" b="0" i="0">
                <a:solidFill>
                  <a:schemeClr val="tx1"/>
                </a:solidFill>
                <a:latin typeface="TT Hoves Pro" panose="020B0003020000020203" pitchFamily="34" charset="77"/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6BCB43-2DA7-2F84-1039-D89E721535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107" y="2030630"/>
            <a:ext cx="5599112" cy="60925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5AA1B94-6649-79E0-9452-BA0563E572F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9282" y="2040467"/>
            <a:ext cx="5596318" cy="60113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D56D90A-3C2A-2526-DE5C-F4A8D2A62C5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96544"/>
            <a:ext cx="11365690" cy="383056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5A55000-9C36-15EA-CB6F-883DB5C9F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88DF634-C1A9-5265-F291-C8D7197CB4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E621B83-5465-2A85-EA0C-A599B233C3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9C6D9C2B-EB57-CB34-9A8E-38439E10DFF0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5DC766D-75BE-8EE2-E962-9763D9FC3EA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469F7478-B258-E5CC-A207-0086D6D2843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023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6565B9A-0638-5752-3863-5AA69B2AA35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E516E35-4F5D-9AA0-58ED-895903CFFF5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4866" y="2031999"/>
            <a:ext cx="3687233" cy="3683001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0BF4DED-CEAE-2934-6B0A-BEEC982A815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60850" y="2031999"/>
            <a:ext cx="3676650" cy="3683001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5FF14F78-5A28-05B6-A6CD-70D9D9B72FF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096252" y="2031999"/>
            <a:ext cx="3689347" cy="3683001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9C15CC8-664C-8CF8-8D27-B220B7B5A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3358"/>
            <a:ext cx="11365690" cy="396242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6506965-B1E8-B901-5F2D-37D98EAFC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9998D67-667D-6AAA-2BCD-0453EF5875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E73368-003D-62A6-4468-54829418AD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2AEC94F5-165D-481A-F8A4-93395E4D69EE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073096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columns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43C0705-062D-AF4A-3FC5-1D69110291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7330" y="2032003"/>
            <a:ext cx="3684770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6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1D021B3-18B3-7B1C-D74E-EAC9083939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0851" y="2032000"/>
            <a:ext cx="3676650" cy="609601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6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D316760-649C-777F-8462-187D4D608C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96253" y="2032001"/>
            <a:ext cx="3689347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6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528DEE10-FBEA-33A1-6155-6A5CE60CFE8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4866" y="2794001"/>
            <a:ext cx="3687233" cy="2920999"/>
          </a:xfrm>
        </p:spPr>
        <p:txBody>
          <a:bodyPr lIns="0" tIns="0" rIns="0" bIns="0">
            <a:normAutofit/>
          </a:bodyPr>
          <a:lstStyle>
            <a:lvl1pPr>
              <a:defRPr lang="en-GB" sz="1600">
                <a:solidFill>
                  <a:schemeClr val="tx1"/>
                </a:solidFill>
              </a:defRPr>
            </a:lvl1pPr>
            <a:lvl2pPr>
              <a:defRPr lang="en-GB" sz="1400">
                <a:solidFill>
                  <a:schemeClr val="tx1"/>
                </a:solidFill>
              </a:defRPr>
            </a:lvl2pPr>
            <a:lvl3pPr>
              <a:defRPr lang="en-GB" sz="1200">
                <a:solidFill>
                  <a:schemeClr val="tx1"/>
                </a:solidFill>
              </a:defRPr>
            </a:lvl3pPr>
            <a:lvl4pPr>
              <a:defRPr lang="en-GB" sz="1100">
                <a:solidFill>
                  <a:schemeClr val="tx1"/>
                </a:solidFill>
              </a:defRPr>
            </a:lvl4pPr>
            <a:lvl5pPr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16D35525-F2AE-2049-1E77-6266CCB994D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60850" y="2794001"/>
            <a:ext cx="3676650" cy="2920999"/>
          </a:xfrm>
        </p:spPr>
        <p:txBody>
          <a:bodyPr lIns="0" tIns="0" rIns="0" bIns="0">
            <a:normAutofit/>
          </a:bodyPr>
          <a:lstStyle>
            <a:lvl1pPr>
              <a:defRPr lang="en-GB" sz="1600">
                <a:solidFill>
                  <a:schemeClr val="tx1"/>
                </a:solidFill>
              </a:defRPr>
            </a:lvl1pPr>
            <a:lvl2pPr>
              <a:defRPr lang="en-GB" sz="1400">
                <a:solidFill>
                  <a:schemeClr val="tx1"/>
                </a:solidFill>
              </a:defRPr>
            </a:lvl2pPr>
            <a:lvl3pPr>
              <a:defRPr lang="en-GB" sz="1200">
                <a:solidFill>
                  <a:schemeClr val="tx1"/>
                </a:solidFill>
              </a:defRPr>
            </a:lvl3pPr>
            <a:lvl4pPr>
              <a:defRPr lang="en-GB" sz="1100">
                <a:solidFill>
                  <a:schemeClr val="tx1"/>
                </a:solidFill>
              </a:defRPr>
            </a:lvl4pPr>
            <a:lvl5pPr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9D9D872C-CFE9-F72C-2A37-05E2C55CA01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096252" y="2794001"/>
            <a:ext cx="3689347" cy="2920999"/>
          </a:xfrm>
        </p:spPr>
        <p:txBody>
          <a:bodyPr lIns="0" tIns="0" rIns="0" bIns="0">
            <a:normAutofit/>
          </a:bodyPr>
          <a:lstStyle>
            <a:lvl1pPr>
              <a:defRPr lang="en-GB" sz="1600">
                <a:solidFill>
                  <a:schemeClr val="tx1"/>
                </a:solidFill>
              </a:defRPr>
            </a:lvl1pPr>
            <a:lvl2pPr>
              <a:defRPr lang="en-GB" sz="1400">
                <a:solidFill>
                  <a:schemeClr val="tx1"/>
                </a:solidFill>
              </a:defRPr>
            </a:lvl2pPr>
            <a:lvl3pPr>
              <a:defRPr lang="en-GB" sz="1200">
                <a:solidFill>
                  <a:schemeClr val="tx1"/>
                </a:solidFill>
              </a:defRPr>
            </a:lvl3pPr>
            <a:lvl4pPr>
              <a:defRPr lang="en-GB" sz="1100">
                <a:solidFill>
                  <a:schemeClr val="tx1"/>
                </a:solidFill>
              </a:defRPr>
            </a:lvl4pPr>
            <a:lvl5pPr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488B5583-2BBA-CAAB-3B96-5005A2D9F2B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3358"/>
            <a:ext cx="11365690" cy="396241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7405A0F-BD2E-713D-59C9-D407E6D2B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4BAAEE-48F9-A75C-95E4-8A90C3F28D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8DC5BA7-8551-C053-FA07-DE8214476C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245833AE-1150-B519-7B00-3E826B4CFAE9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6BA447E-EDA9-94BB-8918-5005E1CF6A4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4972371D-040F-888B-47CC-091B8EF7049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11353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containers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43C0705-062D-AF4A-3FC5-1D69110291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7330" y="2032003"/>
            <a:ext cx="3684770" cy="609599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6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1D021B3-18B3-7B1C-D74E-EAC9083939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0851" y="2032001"/>
            <a:ext cx="3676650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6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D316760-649C-777F-8462-187D4D608C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96253" y="2032001"/>
            <a:ext cx="3689347" cy="609599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6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488B5583-2BBA-CAAB-3B96-5005A2D9F2B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3360"/>
            <a:ext cx="11365690" cy="39624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B5E2E474-E825-D1FA-53A9-5F51AE9257B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4866" y="2794000"/>
            <a:ext cx="3687233" cy="2920999"/>
          </a:xfrm>
          <a:solidFill>
            <a:schemeClr val="accent2">
              <a:lumMod val="20000"/>
              <a:lumOff val="8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 lang="en-GB" sz="14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 lang="en-GB" sz="11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6898B5BA-72A2-FA1A-B1C0-2FEFC3BCF1B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60850" y="2794000"/>
            <a:ext cx="3676650" cy="2920999"/>
          </a:xfrm>
          <a:solidFill>
            <a:schemeClr val="accent4"/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 lang="en-GB" sz="14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 lang="en-GB" sz="11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A403500F-C39C-C396-0889-FE779D25561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096252" y="2794000"/>
            <a:ext cx="3689347" cy="2920999"/>
          </a:xfrm>
          <a:solidFill>
            <a:schemeClr val="accent5"/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 lang="en-GB" sz="14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 lang="en-GB" sz="11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D5A8465-2199-7C29-C7E9-50A8755CD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62E20FB-4E28-4317-C95F-C6EF68548C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429CF2C-E18B-AB2F-3C0F-5A5103E9B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DD6CC6F1-9B15-3443-0BFC-52F4E7C4F8F8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6F5BF92-C125-C8A7-A7FA-651D62F83BC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035AA18F-DA50-554E-FC2C-7329E4EF737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33297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7330" y="2019375"/>
            <a:ext cx="2719569" cy="3695626"/>
          </a:xfrm>
        </p:spPr>
        <p:txBody>
          <a:bodyPr lIns="0" tIns="0" rIns="0" bIns="0">
            <a:normAutofit/>
          </a:bodyPr>
          <a:lstStyle>
            <a:lvl1pPr>
              <a:defRPr lang="en-GB" sz="1600">
                <a:solidFill>
                  <a:schemeClr val="tx1"/>
                </a:solidFill>
              </a:defRPr>
            </a:lvl1pPr>
            <a:lvl2pPr>
              <a:defRPr lang="en-GB" sz="1400">
                <a:solidFill>
                  <a:schemeClr val="tx1"/>
                </a:solidFill>
              </a:defRPr>
            </a:lvl2pPr>
            <a:lvl3pPr>
              <a:defRPr lang="en-GB" sz="1200">
                <a:solidFill>
                  <a:schemeClr val="tx1"/>
                </a:solidFill>
              </a:defRPr>
            </a:lvl3pPr>
            <a:lvl4pPr>
              <a:defRPr lang="en-GB" sz="1100">
                <a:solidFill>
                  <a:schemeClr val="tx1"/>
                </a:solidFill>
              </a:defRPr>
            </a:lvl4pPr>
            <a:lvl5pPr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0BF4DED-CEAE-2934-6B0A-BEEC982A815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89299" y="2019374"/>
            <a:ext cx="2730501" cy="3695627"/>
          </a:xfrm>
        </p:spPr>
        <p:txBody>
          <a:bodyPr lIns="0" tIns="0" rIns="0" bIns="0">
            <a:normAutofit/>
          </a:bodyPr>
          <a:lstStyle>
            <a:lvl1pPr>
              <a:defRPr lang="en-GB" sz="1600">
                <a:solidFill>
                  <a:schemeClr val="tx1"/>
                </a:solidFill>
              </a:defRPr>
            </a:lvl1pPr>
            <a:lvl2pPr>
              <a:defRPr lang="en-GB" sz="1400">
                <a:solidFill>
                  <a:schemeClr val="tx1"/>
                </a:solidFill>
              </a:defRPr>
            </a:lvl2pPr>
            <a:lvl3pPr>
              <a:defRPr lang="en-GB" sz="1200">
                <a:solidFill>
                  <a:schemeClr val="tx1"/>
                </a:solidFill>
              </a:defRPr>
            </a:lvl3pPr>
            <a:lvl4pPr>
              <a:defRPr lang="en-GB" sz="1100">
                <a:solidFill>
                  <a:schemeClr val="tx1"/>
                </a:solidFill>
              </a:defRPr>
            </a:lvl4pPr>
            <a:lvl5pPr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DBC4EB67-733A-EDEC-72A0-6893AA7517F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83133" y="2032000"/>
            <a:ext cx="2719568" cy="3683002"/>
          </a:xfrm>
        </p:spPr>
        <p:txBody>
          <a:bodyPr lIns="0" tIns="0" rIns="0" bIns="0">
            <a:normAutofit/>
          </a:bodyPr>
          <a:lstStyle>
            <a:lvl1pPr>
              <a:defRPr lang="en-GB" sz="1600">
                <a:solidFill>
                  <a:schemeClr val="tx1"/>
                </a:solidFill>
              </a:defRPr>
            </a:lvl1pPr>
            <a:lvl2pPr>
              <a:defRPr lang="en-GB" sz="1400">
                <a:solidFill>
                  <a:schemeClr val="tx1"/>
                </a:solidFill>
              </a:defRPr>
            </a:lvl2pPr>
            <a:lvl3pPr>
              <a:defRPr lang="en-GB" sz="1200">
                <a:solidFill>
                  <a:schemeClr val="tx1"/>
                </a:solidFill>
              </a:defRPr>
            </a:lvl3pPr>
            <a:lvl4pPr>
              <a:defRPr lang="en-GB" sz="1100">
                <a:solidFill>
                  <a:schemeClr val="tx1"/>
                </a:solidFill>
              </a:defRPr>
            </a:lvl4pPr>
            <a:lvl5pPr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843F64D5-3832-51E6-2E97-7F99F130B6A7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66035" y="2032000"/>
            <a:ext cx="2719566" cy="3683001"/>
          </a:xfrm>
        </p:spPr>
        <p:txBody>
          <a:bodyPr lIns="0" tIns="0" rIns="0" bIns="0">
            <a:normAutofit/>
          </a:bodyPr>
          <a:lstStyle>
            <a:lvl1pPr>
              <a:defRPr lang="en-GB" sz="1600">
                <a:solidFill>
                  <a:schemeClr val="tx1"/>
                </a:solidFill>
              </a:defRPr>
            </a:lvl1pPr>
            <a:lvl2pPr>
              <a:defRPr lang="en-GB" sz="1400">
                <a:solidFill>
                  <a:schemeClr val="tx1"/>
                </a:solidFill>
              </a:defRPr>
            </a:lvl2pPr>
            <a:lvl3pPr>
              <a:defRPr lang="en-GB" sz="1200">
                <a:solidFill>
                  <a:schemeClr val="tx1"/>
                </a:solidFill>
              </a:defRPr>
            </a:lvl3pPr>
            <a:lvl4pPr>
              <a:defRPr lang="en-GB" sz="1100">
                <a:solidFill>
                  <a:schemeClr val="tx1"/>
                </a:solidFill>
              </a:defRPr>
            </a:lvl4pPr>
            <a:lvl5pPr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B84B51A-CFB3-1F9A-F79F-274DDAEC52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5140"/>
            <a:ext cx="11365690" cy="394459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AFA4299-5B3A-071E-412B-F71724312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2FECAF-00BF-84D7-3E33-EDAE9F5B98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D6A672B-77ED-F504-3C86-253C1E002E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DB2457AD-6CC3-7E4F-E6CF-586A2F78491B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9C80B719-30AD-CE6F-F812-96907810FFD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51C31713-4768-3026-35A1-EBDCAD8BA6C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27580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 columns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06400" y="2794000"/>
            <a:ext cx="2730500" cy="2921001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0BF4DED-CEAE-2934-6B0A-BEEC982A815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06233" y="2794001"/>
            <a:ext cx="2702633" cy="2921000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43C0705-062D-AF4A-3FC5-1D69110291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7331" y="2032001"/>
            <a:ext cx="2719569" cy="609599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1D021B3-18B3-7B1C-D74E-EAC9083939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97767" y="2032001"/>
            <a:ext cx="2722033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DBC4EB67-733A-EDEC-72A0-6893AA7517F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83135" y="2794000"/>
            <a:ext cx="2730500" cy="2921001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8D100B30-8A7F-363E-8DD1-1254FACA3D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3136" y="2032001"/>
            <a:ext cx="2730500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843F64D5-3832-51E6-2E97-7F99F130B6A7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72035" y="2794001"/>
            <a:ext cx="2713565" cy="2921000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2356A90-7C50-ED5A-2523-C416622A92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72036" y="2032001"/>
            <a:ext cx="2702634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9C4125D-09CD-A6DA-E82A-338DD52D7D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3356"/>
            <a:ext cx="11365690" cy="396243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380C2C4-F20D-72FF-CD23-5B5BAF2E7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47B121E-16A0-7E3B-D166-943EC5BD69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9359F03-ECD1-38A3-33E1-E986B47673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2FB13F83-2A86-0257-7265-27447E03141F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9D08046-4967-D06F-D060-CEAAA0C92F0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25181A3C-441C-7D93-BAD0-44CBF57A5E4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52332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 containers with subtitl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43C0705-062D-AF4A-3FC5-1D69110291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7331" y="2032001"/>
            <a:ext cx="2719569" cy="609599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1D021B3-18B3-7B1C-D74E-EAC9083939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97767" y="2032001"/>
            <a:ext cx="2722033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8D100B30-8A7F-363E-8DD1-1254FACA3D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3136" y="2032001"/>
            <a:ext cx="2730500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2356A90-7C50-ED5A-2523-C416622A92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72036" y="2032001"/>
            <a:ext cx="2702634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9C4125D-09CD-A6DA-E82A-338DD52D7D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3357"/>
            <a:ext cx="11365690" cy="39624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BB4A41CE-D837-0871-6796-AC0D314289B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06400" y="2794000"/>
            <a:ext cx="2730500" cy="2921001"/>
          </a:xfrm>
          <a:solidFill>
            <a:schemeClr val="accent2">
              <a:lumMod val="20000"/>
              <a:lumOff val="8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8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 lang="en-GB"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lang="en-GB" sz="14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4ECD2010-46BB-E730-BC32-92BCBF8AB1D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06233" y="2794001"/>
            <a:ext cx="2702633" cy="2921000"/>
          </a:xfrm>
          <a:solidFill>
            <a:schemeClr val="accent4"/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8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 lang="en-GB"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lang="en-GB" sz="14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0700A91C-C251-BF21-A4F7-085ADAD93BD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83135" y="2794000"/>
            <a:ext cx="2730500" cy="2921001"/>
          </a:xfrm>
          <a:solidFill>
            <a:schemeClr val="accent5"/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8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 lang="en-GB"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lang="en-GB" sz="14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84549E32-91E1-D26C-95EC-C976A7DF472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72035" y="2794001"/>
            <a:ext cx="2713565" cy="2921000"/>
          </a:xfrm>
          <a:solidFill>
            <a:schemeClr val="accent6">
              <a:alpha val="5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8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 lang="en-GB"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lang="en-GB" sz="14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5B011-D297-2593-D059-D70102AD0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E3CD050-7C5D-259D-EE0F-834C3B45D9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A53295-2707-0480-4AE2-1A18C79D6F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92930947-6F2A-6B84-7E95-1E2B0DA5B06C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4242CAD-7957-0DEF-2A65-55634EAF4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138FAF30-F9A1-4BA1-F3F4-733DECA67F6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25475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 2 columns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148AF19-FFFC-80F9-0511-16AD895CEB0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6489" y="2031998"/>
            <a:ext cx="2716212" cy="609603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5DF5F874-9FCA-DC80-8DF0-35C99E86D4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55101" y="2032000"/>
            <a:ext cx="2730500" cy="6096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21" name="Picture Placeholder 16">
            <a:extLst>
              <a:ext uri="{FF2B5EF4-FFF2-40B4-BE49-F238E27FC236}">
                <a16:creationId xmlns:a16="http://schemas.microsoft.com/office/drawing/2014/main" id="{51DF8E3E-1F1F-1831-E659-689B7DFB8223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186489" y="2793999"/>
            <a:ext cx="2716212" cy="2921001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2" name="Picture Placeholder 16">
            <a:extLst>
              <a:ext uri="{FF2B5EF4-FFF2-40B4-BE49-F238E27FC236}">
                <a16:creationId xmlns:a16="http://schemas.microsoft.com/office/drawing/2014/main" id="{03FBEF20-2EAC-1B10-11BA-CC239751A7F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055101" y="2794001"/>
            <a:ext cx="2730500" cy="2921000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4C076A8C-809A-4950-A88F-4C80A059AD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1496541"/>
            <a:ext cx="5599113" cy="38305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E4D3106-0573-1460-B145-1F7822F8E72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496544"/>
            <a:ext cx="5588657" cy="1145056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9F2DEEC-14E7-5D6C-E3F8-46B5DCEF4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EE9DA57-346B-B326-EA6D-A63E815ABF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B6F721D-0B60-2E80-03C6-1C102BFD16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689A62CE-89B1-01C6-9E08-3C039B74ED8D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40851DA-56B7-ABFE-69F8-FE6ED8BF3C4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9552618-2522-7B0A-B81F-C22E32C7A87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1893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 3 columns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7631669-02E1-6BA8-25E9-5D690C78A3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6489" y="2031998"/>
            <a:ext cx="2716212" cy="609603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6AB749B-7148-D9E5-D2B7-2487BABC336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55101" y="2032000"/>
            <a:ext cx="2730500" cy="6096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FF500D38-9C44-F7F8-AFDA-4FDB54D4595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186489" y="2793999"/>
            <a:ext cx="2716212" cy="2921001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4" name="Picture Placeholder 16">
            <a:extLst>
              <a:ext uri="{FF2B5EF4-FFF2-40B4-BE49-F238E27FC236}">
                <a16:creationId xmlns:a16="http://schemas.microsoft.com/office/drawing/2014/main" id="{35E0499A-94BE-8ED4-E9E8-7369C09C99BF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055101" y="2794001"/>
            <a:ext cx="2730500" cy="2921000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1FF9474-791C-7A3B-9F4D-C7FE4D8947E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07822" y="2031998"/>
            <a:ext cx="2711978" cy="609603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2DDC3647-A030-B10D-753C-19158568272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307822" y="2793999"/>
            <a:ext cx="2711978" cy="2921001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4F09D3D-0B5F-43C4-2967-0E6200BF4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0DF1BF8-4119-AC95-CD51-0A0A83BC5F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9A6CA9B-F9AC-ED5E-BEA6-27C71E15D9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2C0FAEE1-5582-459A-0854-55E7BB7A72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1485141"/>
            <a:ext cx="5599113" cy="39445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3F0D9A4-3A39-CA9B-244F-A4900A3AC8F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485144"/>
            <a:ext cx="5588657" cy="394456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44D8D909-05D6-5B3A-8EFF-503D68B802E3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0424ED-F780-648F-ADE1-5381FC81A52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F425330-6096-A0D4-5F39-80D2D53880B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90665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 4 columns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B138F111-98BC-F53E-54A5-27236C72623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6489" y="2031998"/>
            <a:ext cx="2716212" cy="609603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E3D9FADC-81E3-8A55-75C7-19222E34C4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55101" y="2032000"/>
            <a:ext cx="2730500" cy="6096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AE98302D-368D-F9EC-1D78-F6FAC70927B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186489" y="2793999"/>
            <a:ext cx="2716212" cy="2921001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4" name="Picture Placeholder 16">
            <a:extLst>
              <a:ext uri="{FF2B5EF4-FFF2-40B4-BE49-F238E27FC236}">
                <a16:creationId xmlns:a16="http://schemas.microsoft.com/office/drawing/2014/main" id="{FE71D932-E6BA-6E38-2B0A-F96207EAA09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055101" y="2794001"/>
            <a:ext cx="2730500" cy="2921000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CC2449FD-557C-3E93-C0DA-7DAF92A9033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07822" y="2031998"/>
            <a:ext cx="2711978" cy="609603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20B31F04-C00C-C172-6FBD-68F8E64E0FF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307822" y="2793999"/>
            <a:ext cx="2711978" cy="2921001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89613799-5429-E890-506D-61948D9090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20688" y="2031998"/>
            <a:ext cx="2711978" cy="609603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31" name="Picture Placeholder 16">
            <a:extLst>
              <a:ext uri="{FF2B5EF4-FFF2-40B4-BE49-F238E27FC236}">
                <a16:creationId xmlns:a16="http://schemas.microsoft.com/office/drawing/2014/main" id="{4B7934F5-726E-B149-682B-5571E184BD3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20688" y="2793999"/>
            <a:ext cx="2711978" cy="2921001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361BFF-E915-3348-662D-B391F0A06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B9F0272-4F5B-183E-2A82-3974AB5376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C1E9116-7360-B407-6663-29CF01D52BC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1496544"/>
            <a:ext cx="5599113" cy="3830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26B2A67-0007-90CE-99A7-DBD6490C57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496547"/>
            <a:ext cx="5588657" cy="383053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72BC997-C75E-DABB-88E9-BECF49610B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AF524DED-DC11-2B2A-5638-CE68E2DAE8FE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3431BA10-E821-860D-958B-C79B75B19CE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2E73175-541A-7FB1-F250-4D540010DA1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32932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slide 2 columns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CBE485-2BCA-A20D-47FC-BBBBD7559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E9F65B0-E734-7A67-DBD2-8556D2DFE4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4E850AF0-9EA0-A6E4-16A2-F02CF6DC0A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508001"/>
            <a:ext cx="5599113" cy="1371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25D377E-9503-87A6-3067-DACA40B9DA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5" y="508001"/>
            <a:ext cx="5588658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B9BACCD-87B4-89C6-92FD-CB063B3587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5588657" cy="609599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9AF38B04-4ECF-B990-8A9E-6BA32DBF2E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6488" y="5080001"/>
            <a:ext cx="2716212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61D3331D-ACD7-B6E6-0BB3-BECA6EC36A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72036" y="5080001"/>
            <a:ext cx="2713564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B613E3E-D012-4BA4-80C6-A196B0225F0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6487" y="2032001"/>
            <a:ext cx="2716213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CCE5F39E-12CA-8AAC-D391-11562C76BB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72035" y="2032001"/>
            <a:ext cx="2713565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4D189B86-213D-7F68-EC37-4908547435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178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slide 3 columns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FD7BE09-8EA3-5789-D44B-F5EA70676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FBCAE20-FB7D-A5FE-8643-7B8A6A66ED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A25D293-4AAB-5057-4759-983DD25A7A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508001"/>
            <a:ext cx="5599113" cy="1371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5F32863-473A-2ABF-4BB6-4F1B53C8E4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5" y="508001"/>
            <a:ext cx="5588658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A6743EC-DA13-A70A-8C96-36C245434F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5588657" cy="609599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B67CAC4-B807-2684-91B0-15FD2A332F6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6488" y="5080001"/>
            <a:ext cx="2716212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89E7911D-4B99-81DD-CE59-8FBBC05034B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72036" y="5080001"/>
            <a:ext cx="2713564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9AC80BD2-AC11-C425-26CE-B63BE16008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6487" y="2032001"/>
            <a:ext cx="2716213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7881F6B-0DB4-39DA-5004-1F5FFE97D0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72035" y="2032001"/>
            <a:ext cx="2713565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1A98D8A8-387B-7721-533F-404CA7E59F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07821" y="5080001"/>
            <a:ext cx="2716212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952419A-AC2E-F806-B3A6-46F2C3CFC01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07820" y="2032001"/>
            <a:ext cx="2716213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32089C65-C821-E0BB-4F87-D9B15230B6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0955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slide 4 columns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11FBC5F3-9805-9E02-34FE-2992126869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6488" y="5080001"/>
            <a:ext cx="2716212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DE828FE-8241-84F9-40CE-E8B84D19A4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72036" y="5080001"/>
            <a:ext cx="2713564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01C6BD1-8C92-C083-4256-8EDB06CC840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6487" y="2032001"/>
            <a:ext cx="2716213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899C1C1-2CF4-9004-7219-6E637F15EA7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72035" y="2032001"/>
            <a:ext cx="2713565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F2BD7FF-7433-8588-E325-3021BD26D63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07821" y="5080001"/>
            <a:ext cx="2716212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574BCE28-A694-9470-2376-0A222F47180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07820" y="2032001"/>
            <a:ext cx="2716213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50983C11-A64E-CF0A-468C-334057B7F8C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20688" y="5080001"/>
            <a:ext cx="2716212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692837F4-8884-A07D-5854-E2A069DB262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0687" y="2032001"/>
            <a:ext cx="2716213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5DFEDD0-7617-ED6D-E7C5-BFC41FC3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B9FC37F-CFF0-FD3C-B7DD-7B643FDECF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76B1F2E-7818-26CA-36CB-6792659DBF1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508001"/>
            <a:ext cx="5599113" cy="1371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F7E34EE-FAB6-0365-F508-5D15654EF6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5" y="508001"/>
            <a:ext cx="5588658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D80E92E-A0BE-9DAD-71D3-CCCE4EAF7B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5588657" cy="609599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34C86C0-843D-D873-4BFA-52FE1998CB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93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6">
            <a:extLst>
              <a:ext uri="{FF2B5EF4-FFF2-40B4-BE49-F238E27FC236}">
                <a16:creationId xmlns:a16="http://schemas.microsoft.com/office/drawing/2014/main" id="{935D0820-751E-FB89-B619-05E04829931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0" y="0"/>
            <a:ext cx="12191999" cy="6857999"/>
          </a:xfrm>
          <a:noFill/>
        </p:spPr>
        <p:txBody>
          <a:bodyPr lIns="180000" tIns="180000" bIns="180000" anchor="t">
            <a:normAutofit/>
          </a:bodyPr>
          <a:lstStyle>
            <a:lvl1pPr marL="0" indent="0" algn="l">
              <a:buNone/>
              <a:defRPr lang="en-GB" sz="1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300657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16392A5-FCCA-718A-AA6E-0EF2F27A2D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72200" y="5852134"/>
            <a:ext cx="5591484" cy="246221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lang="en-GB" sz="1600" b="0" i="0" spc="0" baseline="0">
                <a:solidFill>
                  <a:schemeClr val="tx2"/>
                </a:solidFill>
                <a:latin typeface="TT Hoves Pro" panose="020B0003020000020203" pitchFamily="34" charset="77"/>
              </a:defRPr>
            </a:lvl1pPr>
          </a:lstStyle>
          <a:p>
            <a:r>
              <a:rPr lang="en-GB" dirty="0"/>
              <a:t>Click to add section sub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F91E93-17B7-D6D7-D2E0-C971F01CF7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72200" y="4333823"/>
            <a:ext cx="5591484" cy="1371600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lang="en-GB" sz="4400" b="0" i="0" spc="-50" baseline="0">
                <a:solidFill>
                  <a:schemeClr val="tx2"/>
                </a:solidFill>
                <a:latin typeface="TT Hoves Pro Medium" panose="020B0003020000020203" pitchFamily="34" charset="77"/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section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0F1DB6B-DFDA-1398-E2F5-18C622A484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43AF739-D85E-7DEC-0176-B5F2F1E255B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" y="2"/>
            <a:ext cx="12191999" cy="4063999"/>
          </a:xfrm>
          <a:custGeom>
            <a:avLst/>
            <a:gdLst>
              <a:gd name="csX0" fmla="*/ 0 w 12191999"/>
              <a:gd name="csY0" fmla="*/ 0 h 4063999"/>
              <a:gd name="csX1" fmla="*/ 12191999 w 12191999"/>
              <a:gd name="csY1" fmla="*/ 0 h 4063999"/>
              <a:gd name="csX2" fmla="*/ 12191999 w 12191999"/>
              <a:gd name="csY2" fmla="*/ 3009975 h 4063999"/>
              <a:gd name="csX3" fmla="*/ 11516404 w 12191999"/>
              <a:gd name="csY3" fmla="*/ 3146313 h 4063999"/>
              <a:gd name="csX4" fmla="*/ 815855 w 12191999"/>
              <a:gd name="csY4" fmla="*/ 4059992 h 4063999"/>
              <a:gd name="csX5" fmla="*/ 0 w 12191999"/>
              <a:gd name="csY5" fmla="*/ 4063999 h 406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1999" h="4063999">
                <a:moveTo>
                  <a:pt x="0" y="0"/>
                </a:moveTo>
                <a:lnTo>
                  <a:pt x="12191999" y="0"/>
                </a:lnTo>
                <a:lnTo>
                  <a:pt x="12191999" y="3009975"/>
                </a:lnTo>
                <a:lnTo>
                  <a:pt x="11516404" y="3146313"/>
                </a:lnTo>
                <a:cubicBezTo>
                  <a:pt x="8582435" y="3683826"/>
                  <a:pt x="4872639" y="4020062"/>
                  <a:pt x="815855" y="4059992"/>
                </a:cubicBezTo>
                <a:lnTo>
                  <a:pt x="0" y="4063999"/>
                </a:lnTo>
                <a:close/>
              </a:path>
            </a:pathLst>
          </a:custGeom>
          <a:noFill/>
        </p:spPr>
        <p:txBody>
          <a:bodyPr wrap="square" lIns="180000" tIns="180000" anchor="t">
            <a:noAutofit/>
          </a:bodyPr>
          <a:lstStyle>
            <a:lvl1pPr marL="0" indent="0" algn="l">
              <a:buNone/>
              <a:defRPr lang="en-GB" sz="1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ECB46B0-5FD5-4CA2-01E7-2B2B9B244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2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0110670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547C3CE-6C52-6810-440C-92BC3E5141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72200" y="5852134"/>
            <a:ext cx="5591484" cy="246221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lang="en-GB" sz="1600" b="0" i="0" spc="0" baseline="0">
                <a:solidFill>
                  <a:schemeClr val="tx2"/>
                </a:solidFill>
                <a:latin typeface="TT Hoves Pro" panose="020B0003020000020203" pitchFamily="34" charset="77"/>
              </a:defRPr>
            </a:lvl1pPr>
          </a:lstStyle>
          <a:p>
            <a:r>
              <a:rPr lang="en-GB" dirty="0"/>
              <a:t>Click to add section sub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A49C014-8F4A-E358-4217-3639DCA801C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72200" y="4333823"/>
            <a:ext cx="5591484" cy="1371600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lang="en-GB" sz="4400" b="0" i="0" spc="-50" baseline="0">
                <a:solidFill>
                  <a:schemeClr val="tx2"/>
                </a:solidFill>
                <a:latin typeface="TT Hoves Pro Medium" panose="020B0003020000020203" pitchFamily="34" charset="77"/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section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E74FB3E-E3D0-AE3D-6136-A6D7D662B9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7B919E3-8D7B-56A0-CEAD-86ACA9AAF1DB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" y="2"/>
            <a:ext cx="12191999" cy="4063999"/>
          </a:xfrm>
          <a:custGeom>
            <a:avLst/>
            <a:gdLst>
              <a:gd name="csX0" fmla="*/ 0 w 12191999"/>
              <a:gd name="csY0" fmla="*/ 0 h 4063999"/>
              <a:gd name="csX1" fmla="*/ 12191999 w 12191999"/>
              <a:gd name="csY1" fmla="*/ 0 h 4063999"/>
              <a:gd name="csX2" fmla="*/ 12191999 w 12191999"/>
              <a:gd name="csY2" fmla="*/ 3009975 h 4063999"/>
              <a:gd name="csX3" fmla="*/ 11516404 w 12191999"/>
              <a:gd name="csY3" fmla="*/ 3146313 h 4063999"/>
              <a:gd name="csX4" fmla="*/ 815855 w 12191999"/>
              <a:gd name="csY4" fmla="*/ 4059992 h 4063999"/>
              <a:gd name="csX5" fmla="*/ 0 w 12191999"/>
              <a:gd name="csY5" fmla="*/ 4063999 h 406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1999" h="4063999">
                <a:moveTo>
                  <a:pt x="0" y="0"/>
                </a:moveTo>
                <a:lnTo>
                  <a:pt x="12191999" y="0"/>
                </a:lnTo>
                <a:lnTo>
                  <a:pt x="12191999" y="3009975"/>
                </a:lnTo>
                <a:lnTo>
                  <a:pt x="11516404" y="3146313"/>
                </a:lnTo>
                <a:cubicBezTo>
                  <a:pt x="8582435" y="3683826"/>
                  <a:pt x="4872639" y="4020062"/>
                  <a:pt x="815855" y="4059992"/>
                </a:cubicBezTo>
                <a:lnTo>
                  <a:pt x="0" y="4063999"/>
                </a:lnTo>
                <a:close/>
              </a:path>
            </a:pathLst>
          </a:custGeom>
          <a:noFill/>
        </p:spPr>
        <p:txBody>
          <a:bodyPr wrap="square" lIns="180000" tIns="180000" anchor="t">
            <a:noAutofit/>
          </a:bodyPr>
          <a:lstStyle>
            <a:lvl1pPr marL="0" indent="0" algn="l">
              <a:buNone/>
              <a:defRPr lang="en-GB" sz="1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C2A5C45-E6A9-E095-A147-3C687EB00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2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7131250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5300A7F-1389-5608-45CF-00AEC0032C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72200" y="5852134"/>
            <a:ext cx="5591484" cy="246221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lang="en-GB" sz="1600" b="0" i="0" spc="0" baseline="0">
                <a:solidFill>
                  <a:schemeClr val="bg1"/>
                </a:solidFill>
                <a:latin typeface="TT Hoves Pro" panose="020B0003020000020203" pitchFamily="34" charset="77"/>
              </a:defRPr>
            </a:lvl1pPr>
          </a:lstStyle>
          <a:p>
            <a:r>
              <a:rPr lang="en-GB" dirty="0"/>
              <a:t>Click to add section sub title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1518F682-BB0F-A87D-2760-8C58D90929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72200" y="4333823"/>
            <a:ext cx="5591484" cy="1371600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lang="en-GB" sz="4400" b="0" i="0" spc="-50" baseline="0">
                <a:solidFill>
                  <a:schemeClr val="bg1"/>
                </a:solidFill>
                <a:latin typeface="TT Hoves Pro Medium" panose="020B0003020000020203" pitchFamily="34" charset="77"/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section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4F6E814-A026-A68E-CB76-1A6CC63230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88354C72-CD78-4FA3-687A-B77B7B236A0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" y="2"/>
            <a:ext cx="12191999" cy="4063999"/>
          </a:xfrm>
          <a:custGeom>
            <a:avLst/>
            <a:gdLst>
              <a:gd name="csX0" fmla="*/ 0 w 12191999"/>
              <a:gd name="csY0" fmla="*/ 0 h 4063999"/>
              <a:gd name="csX1" fmla="*/ 12191999 w 12191999"/>
              <a:gd name="csY1" fmla="*/ 0 h 4063999"/>
              <a:gd name="csX2" fmla="*/ 12191999 w 12191999"/>
              <a:gd name="csY2" fmla="*/ 3009975 h 4063999"/>
              <a:gd name="csX3" fmla="*/ 11516404 w 12191999"/>
              <a:gd name="csY3" fmla="*/ 3146313 h 4063999"/>
              <a:gd name="csX4" fmla="*/ 815855 w 12191999"/>
              <a:gd name="csY4" fmla="*/ 4059992 h 4063999"/>
              <a:gd name="csX5" fmla="*/ 0 w 12191999"/>
              <a:gd name="csY5" fmla="*/ 4063999 h 406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1999" h="4063999">
                <a:moveTo>
                  <a:pt x="0" y="0"/>
                </a:moveTo>
                <a:lnTo>
                  <a:pt x="12191999" y="0"/>
                </a:lnTo>
                <a:lnTo>
                  <a:pt x="12191999" y="3009975"/>
                </a:lnTo>
                <a:lnTo>
                  <a:pt x="11516404" y="3146313"/>
                </a:lnTo>
                <a:cubicBezTo>
                  <a:pt x="8582435" y="3683826"/>
                  <a:pt x="4872639" y="4020062"/>
                  <a:pt x="815855" y="4059992"/>
                </a:cubicBezTo>
                <a:lnTo>
                  <a:pt x="0" y="4063999"/>
                </a:lnTo>
                <a:close/>
              </a:path>
            </a:pathLst>
          </a:custGeom>
          <a:noFill/>
        </p:spPr>
        <p:txBody>
          <a:bodyPr wrap="square" lIns="180000" tIns="180000" anchor="t">
            <a:noAutofit/>
          </a:bodyPr>
          <a:lstStyle>
            <a:lvl1pPr marL="0" indent="0" algn="l">
              <a:buNone/>
              <a:defRPr lang="en-GB" sz="1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F69132A1-5E3C-49AD-DC38-1F9F292F1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bg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8987186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1 speak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66897E7-C959-A689-6227-77534B07A15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508001"/>
            <a:ext cx="5599113" cy="1371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82616E4-6793-41DC-9976-84D82D30B3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5" y="508001"/>
            <a:ext cx="5588658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E47D0460-8265-C624-A6E2-49554D4BDB0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5588657" cy="6096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24" name="Picture Placeholder 1">
            <a:extLst>
              <a:ext uri="{FF2B5EF4-FFF2-40B4-BE49-F238E27FC236}">
                <a16:creationId xmlns:a16="http://schemas.microsoft.com/office/drawing/2014/main" id="{4E3DD0AC-C273-8A64-3110-64C1B3EF416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85894" y="2032000"/>
            <a:ext cx="2716806" cy="3682999"/>
          </a:xfrm>
          <a:noFill/>
        </p:spPr>
        <p:txBody>
          <a:bodyPr tIns="720000" rIns="0" bIns="0" anchor="ctr" anchorCtr="0">
            <a:normAutofit/>
          </a:bodyPr>
          <a:lstStyle>
            <a:lvl1pPr marL="0" indent="0" algn="ctr">
              <a:buNone/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F3F774A2-8531-99A8-35A4-C28D10417B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72035" y="3556001"/>
            <a:ext cx="2713566" cy="21590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5913FF0A-828A-ADF5-118C-89623B7CA2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74499" y="2044063"/>
            <a:ext cx="2711136" cy="597537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27" name="Content Placeholder 8">
            <a:extLst>
              <a:ext uri="{FF2B5EF4-FFF2-40B4-BE49-F238E27FC236}">
                <a16:creationId xmlns:a16="http://schemas.microsoft.com/office/drawing/2014/main" id="{5664D2B0-C766-1F5C-9629-E7363884F9F6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9072035" y="2794001"/>
            <a:ext cx="2713566" cy="609599"/>
          </a:xfrm>
        </p:spPr>
        <p:txBody>
          <a:bodyPr lIns="0" tIns="0" rIns="0" bIns="180000">
            <a:noAutofit/>
          </a:bodyPr>
          <a:lstStyle>
            <a:lvl1pPr marL="0" indent="0">
              <a:buNone/>
              <a:defRPr lang="en-GB" sz="14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F5A99F-8B48-5A5C-5524-5A01E8AD1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0DB13C5-749E-C5EB-4ADF-67C46CE381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C0C900A-00C5-439C-803E-DB89925C2D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0140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2 speak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1">
            <a:extLst>
              <a:ext uri="{FF2B5EF4-FFF2-40B4-BE49-F238E27FC236}">
                <a16:creationId xmlns:a16="http://schemas.microsoft.com/office/drawing/2014/main" id="{096BFCDE-72CD-EFF7-CE74-02A3AEF9618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85894" y="2032000"/>
            <a:ext cx="2716806" cy="3682999"/>
          </a:xfrm>
          <a:noFill/>
        </p:spPr>
        <p:txBody>
          <a:bodyPr tIns="720000" rIns="0" bIns="0" anchor="ctr" anchorCtr="0">
            <a:normAutofit/>
          </a:bodyPr>
          <a:lstStyle>
            <a:lvl1pPr marL="0" indent="0" algn="ctr">
              <a:buNone/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7" name="Content Placeholder 8">
            <a:extLst>
              <a:ext uri="{FF2B5EF4-FFF2-40B4-BE49-F238E27FC236}">
                <a16:creationId xmlns:a16="http://schemas.microsoft.com/office/drawing/2014/main" id="{6D2955D4-31F8-A14F-8072-C619E938903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72035" y="3556001"/>
            <a:ext cx="2713566" cy="21590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2EC0F319-70E3-70EB-A7AA-EA960D8D3B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74499" y="2032001"/>
            <a:ext cx="2711136" cy="609600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29" name="Picture Placeholder 1">
            <a:extLst>
              <a:ext uri="{FF2B5EF4-FFF2-40B4-BE49-F238E27FC236}">
                <a16:creationId xmlns:a16="http://schemas.microsoft.com/office/drawing/2014/main" id="{BCCAE9E4-E293-0600-E147-C5BF98CFE2B1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20095" y="2032000"/>
            <a:ext cx="2716806" cy="3682999"/>
          </a:xfrm>
          <a:noFill/>
        </p:spPr>
        <p:txBody>
          <a:bodyPr tIns="720000" rIns="0" bIns="0" anchor="ctr" anchorCtr="0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30" name="Content Placeholder 8">
            <a:extLst>
              <a:ext uri="{FF2B5EF4-FFF2-40B4-BE49-F238E27FC236}">
                <a16:creationId xmlns:a16="http://schemas.microsoft.com/office/drawing/2014/main" id="{61604913-E1C0-D4B6-A30E-ABFD98F9D0C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3306236" y="3556001"/>
            <a:ext cx="2713566" cy="21590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41C9A4C2-C23C-D11E-CD92-0B4D67FFC0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308700" y="2032001"/>
            <a:ext cx="2711136" cy="609600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32" name="Content Placeholder 8">
            <a:extLst>
              <a:ext uri="{FF2B5EF4-FFF2-40B4-BE49-F238E27FC236}">
                <a16:creationId xmlns:a16="http://schemas.microsoft.com/office/drawing/2014/main" id="{6217FA46-6BBE-AB9D-6E12-0652BB6A84E5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9072035" y="2794001"/>
            <a:ext cx="2713566" cy="609600"/>
          </a:xfrm>
        </p:spPr>
        <p:txBody>
          <a:bodyPr lIns="0" tIns="0" rIns="0" bIns="180000">
            <a:noAutofit/>
          </a:bodyPr>
          <a:lstStyle>
            <a:lvl1pPr marL="0" indent="0">
              <a:buNone/>
              <a:defRPr lang="en-GB" sz="14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33" name="Content Placeholder 8">
            <a:extLst>
              <a:ext uri="{FF2B5EF4-FFF2-40B4-BE49-F238E27FC236}">
                <a16:creationId xmlns:a16="http://schemas.microsoft.com/office/drawing/2014/main" id="{E9F3AFC4-10A1-146D-BDD3-5271D6378969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3306236" y="2794001"/>
            <a:ext cx="2713566" cy="609600"/>
          </a:xfrm>
        </p:spPr>
        <p:txBody>
          <a:bodyPr lIns="0" tIns="0" rIns="0" bIns="180000">
            <a:noAutofit/>
          </a:bodyPr>
          <a:lstStyle>
            <a:lvl1pPr marL="0" indent="0">
              <a:buNone/>
              <a:defRPr lang="en-GB" sz="14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D0C5D68-D82F-71F0-F3B6-CABC1B2C5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BA83012-70A9-6F19-0F97-41A715D30B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29646A7-6AA2-5A59-7512-BF69C4B69DF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508001"/>
            <a:ext cx="5599113" cy="1371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6C4B078-3B09-D510-E0DE-74B4765BA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5" y="508001"/>
            <a:ext cx="5588658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80C9D0-7892-8A72-EEF2-D7A06A1F0A9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5588657" cy="6096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ADD99CC-1259-3DC9-07E2-B70AEC8B7A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619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3 speak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1">
            <a:extLst>
              <a:ext uri="{FF2B5EF4-FFF2-40B4-BE49-F238E27FC236}">
                <a16:creationId xmlns:a16="http://schemas.microsoft.com/office/drawing/2014/main" id="{BF8A188B-3416-95B9-29C2-2F27EA271F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20094" y="2032001"/>
            <a:ext cx="3682005" cy="2133599"/>
          </a:xfrm>
          <a:noFill/>
        </p:spPr>
        <p:txBody>
          <a:bodyPr tIns="540000" rIns="0" bIns="0" anchor="ctr" anchorCtr="0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36" name="Picture Placeholder 1">
            <a:extLst>
              <a:ext uri="{FF2B5EF4-FFF2-40B4-BE49-F238E27FC236}">
                <a16:creationId xmlns:a16="http://schemas.microsoft.com/office/drawing/2014/main" id="{35E12326-E108-5B4D-B270-D7427FEDAC55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72427" y="2032001"/>
            <a:ext cx="3656621" cy="2133599"/>
          </a:xfrm>
          <a:noFill/>
        </p:spPr>
        <p:txBody>
          <a:bodyPr tIns="540000" rIns="0" bIns="0" anchor="ctr" anchorCtr="0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40" name="Picture Placeholder 1">
            <a:extLst>
              <a:ext uri="{FF2B5EF4-FFF2-40B4-BE49-F238E27FC236}">
                <a16:creationId xmlns:a16="http://schemas.microsoft.com/office/drawing/2014/main" id="{3EEFCC5F-EF52-D390-6EDF-1B7830ABA87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8107827" y="2032001"/>
            <a:ext cx="3682005" cy="2133599"/>
          </a:xfrm>
          <a:noFill/>
        </p:spPr>
        <p:txBody>
          <a:bodyPr tIns="540000" rIns="0" bIns="0" anchor="ctr" anchorCtr="0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D097E568-4840-4245-F4F1-572C3ACFA31D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414868" y="5080000"/>
            <a:ext cx="3688687" cy="6096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3C47807-9827-A793-F9EC-BDD66538D67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17317" y="4322148"/>
            <a:ext cx="3679619" cy="21544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4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36CC76E2-234C-A79F-279F-3ECB680EA871}"/>
              </a:ext>
            </a:extLst>
          </p:cNvPr>
          <p:cNvSpPr>
            <a:spLocks noGrp="1"/>
          </p:cNvSpPr>
          <p:nvPr>
            <p:ph sz="quarter" idx="58" hasCustomPrompt="1"/>
          </p:nvPr>
        </p:nvSpPr>
        <p:spPr>
          <a:xfrm>
            <a:off x="423321" y="4609603"/>
            <a:ext cx="3677216" cy="311379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E4798A7A-2D41-1FBB-7104-FD9FD7A80FDA}"/>
              </a:ext>
            </a:extLst>
          </p:cNvPr>
          <p:cNvSpPr>
            <a:spLocks noGrp="1"/>
          </p:cNvSpPr>
          <p:nvPr>
            <p:ph sz="quarter" idx="59" hasCustomPrompt="1"/>
          </p:nvPr>
        </p:nvSpPr>
        <p:spPr>
          <a:xfrm>
            <a:off x="4267201" y="5080000"/>
            <a:ext cx="3661847" cy="6096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72508A8-9449-3D42-F54D-0BC0EC8660F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269651" y="4322148"/>
            <a:ext cx="3659398" cy="21544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4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119D8D90-E9A6-E6AB-C46C-BDC2ECCD2707}"/>
              </a:ext>
            </a:extLst>
          </p:cNvPr>
          <p:cNvSpPr>
            <a:spLocks noGrp="1"/>
          </p:cNvSpPr>
          <p:nvPr>
            <p:ph sz="quarter" idx="61" hasCustomPrompt="1"/>
          </p:nvPr>
        </p:nvSpPr>
        <p:spPr>
          <a:xfrm>
            <a:off x="4275654" y="4609603"/>
            <a:ext cx="3661846" cy="311379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C4BE3FF1-B8C8-4F28-D265-9ED722B8E5C8}"/>
              </a:ext>
            </a:extLst>
          </p:cNvPr>
          <p:cNvSpPr>
            <a:spLocks noGrp="1"/>
          </p:cNvSpPr>
          <p:nvPr>
            <p:ph sz="quarter" idx="62" hasCustomPrompt="1"/>
          </p:nvPr>
        </p:nvSpPr>
        <p:spPr>
          <a:xfrm>
            <a:off x="8102601" y="5080000"/>
            <a:ext cx="3688687" cy="6096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B50C0F4-EA00-599A-86BB-7C721CBE1E0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105050" y="4322148"/>
            <a:ext cx="3679619" cy="21544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4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E06C9B7-23D7-4BA2-3D62-438E71A690C5}"/>
              </a:ext>
            </a:extLst>
          </p:cNvPr>
          <p:cNvSpPr>
            <a:spLocks noGrp="1"/>
          </p:cNvSpPr>
          <p:nvPr>
            <p:ph sz="quarter" idx="64" hasCustomPrompt="1"/>
          </p:nvPr>
        </p:nvSpPr>
        <p:spPr>
          <a:xfrm>
            <a:off x="8111054" y="4609603"/>
            <a:ext cx="3677216" cy="311379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688E614-3EE5-5BB3-05EE-D18C8A3AED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E61D749-3DCA-BD14-8B20-B6AFCC1C62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3BF7F38-9C0C-794A-D234-1ADD1D54A9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76C565E0-C43D-9622-CB93-677F9DB7D3E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508001"/>
            <a:ext cx="5599113" cy="1371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801B6EB-4F24-4C50-1EF3-8CF7E8A447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5" y="508001"/>
            <a:ext cx="5588658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C8A55D0-EA10-392F-6CF4-A03A02E6974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5588657" cy="6096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56791224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speak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B26FA386-AB41-DEC6-B2E9-31A9D8701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20095" y="2032001"/>
            <a:ext cx="2716806" cy="2133600"/>
          </a:xfrm>
          <a:noFill/>
        </p:spPr>
        <p:txBody>
          <a:bodyPr tIns="540000" rIns="0" bIns="0" anchor="ctr" anchorCtr="0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37" name="Picture Placeholder 1">
            <a:extLst>
              <a:ext uri="{FF2B5EF4-FFF2-40B4-BE49-F238E27FC236}">
                <a16:creationId xmlns:a16="http://schemas.microsoft.com/office/drawing/2014/main" id="{0C8009A1-B20F-DDE0-1A13-84F80E3C3D7B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3307228" y="2032001"/>
            <a:ext cx="2716805" cy="2133600"/>
          </a:xfrm>
          <a:noFill/>
        </p:spPr>
        <p:txBody>
          <a:bodyPr tIns="540000" rIns="0" bIns="0" anchor="ctr" anchorCtr="0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38" name="Content Placeholder 8">
            <a:extLst>
              <a:ext uri="{FF2B5EF4-FFF2-40B4-BE49-F238E27FC236}">
                <a16:creationId xmlns:a16="http://schemas.microsoft.com/office/drawing/2014/main" id="{D7CB2379-5385-CB78-7879-7ABF6131734F}"/>
              </a:ext>
            </a:extLst>
          </p:cNvPr>
          <p:cNvSpPr>
            <a:spLocks noGrp="1"/>
          </p:cNvSpPr>
          <p:nvPr>
            <p:ph sz="quarter" idx="49" hasCustomPrompt="1"/>
          </p:nvPr>
        </p:nvSpPr>
        <p:spPr>
          <a:xfrm>
            <a:off x="3302002" y="5080000"/>
            <a:ext cx="2717798" cy="6096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EEF5F9BF-1620-A57D-1B52-AD799F8CA6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304450" y="4329290"/>
            <a:ext cx="2711117" cy="21544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4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40" name="Content Placeholder 8">
            <a:extLst>
              <a:ext uri="{FF2B5EF4-FFF2-40B4-BE49-F238E27FC236}">
                <a16:creationId xmlns:a16="http://schemas.microsoft.com/office/drawing/2014/main" id="{CC2A86FB-3C75-F7F8-A35C-E8B5D8987F72}"/>
              </a:ext>
            </a:extLst>
          </p:cNvPr>
          <p:cNvSpPr>
            <a:spLocks noGrp="1"/>
          </p:cNvSpPr>
          <p:nvPr>
            <p:ph sz="quarter" idx="51" hasCustomPrompt="1"/>
          </p:nvPr>
        </p:nvSpPr>
        <p:spPr>
          <a:xfrm>
            <a:off x="3310454" y="4617925"/>
            <a:ext cx="2709346" cy="30967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41" name="Content Placeholder 8">
            <a:extLst>
              <a:ext uri="{FF2B5EF4-FFF2-40B4-BE49-F238E27FC236}">
                <a16:creationId xmlns:a16="http://schemas.microsoft.com/office/drawing/2014/main" id="{90F3D847-3330-2294-55ED-D81BFA98FFB1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414869" y="5080000"/>
            <a:ext cx="2717798" cy="6096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DD9C4E92-E6A2-DDD0-DA25-726ACDD80E6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17317" y="4329290"/>
            <a:ext cx="2711117" cy="21544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4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43" name="Content Placeholder 8">
            <a:extLst>
              <a:ext uri="{FF2B5EF4-FFF2-40B4-BE49-F238E27FC236}">
                <a16:creationId xmlns:a16="http://schemas.microsoft.com/office/drawing/2014/main" id="{60BAE15D-422A-4B78-8972-AC1FBF2A025E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423321" y="4617925"/>
            <a:ext cx="2709346" cy="30967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44" name="Picture Placeholder 1">
            <a:extLst>
              <a:ext uri="{FF2B5EF4-FFF2-40B4-BE49-F238E27FC236}">
                <a16:creationId xmlns:a16="http://schemas.microsoft.com/office/drawing/2014/main" id="{79C5F845-F81D-6BC0-3FDE-B18E65E112FA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177428" y="2032001"/>
            <a:ext cx="2716806" cy="2133600"/>
          </a:xfrm>
          <a:noFill/>
        </p:spPr>
        <p:txBody>
          <a:bodyPr tIns="540000" rIns="0" bIns="0" anchor="ctr" anchorCtr="0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45" name="Picture Placeholder 1">
            <a:extLst>
              <a:ext uri="{FF2B5EF4-FFF2-40B4-BE49-F238E27FC236}">
                <a16:creationId xmlns:a16="http://schemas.microsoft.com/office/drawing/2014/main" id="{EDCCE59A-56E1-CDDD-EA9B-F7CE7C33BC3F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064561" y="2032001"/>
            <a:ext cx="2716805" cy="2133600"/>
          </a:xfrm>
          <a:noFill/>
        </p:spPr>
        <p:txBody>
          <a:bodyPr tIns="540000" rIns="0" bIns="0" anchor="ctr" anchorCtr="0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46" name="Content Placeholder 8">
            <a:extLst>
              <a:ext uri="{FF2B5EF4-FFF2-40B4-BE49-F238E27FC236}">
                <a16:creationId xmlns:a16="http://schemas.microsoft.com/office/drawing/2014/main" id="{772D2DD1-8BAE-3A42-3B0A-DAFA02635B69}"/>
              </a:ext>
            </a:extLst>
          </p:cNvPr>
          <p:cNvSpPr>
            <a:spLocks noGrp="1"/>
          </p:cNvSpPr>
          <p:nvPr>
            <p:ph sz="quarter" idx="57" hasCustomPrompt="1"/>
          </p:nvPr>
        </p:nvSpPr>
        <p:spPr>
          <a:xfrm>
            <a:off x="9059335" y="5080000"/>
            <a:ext cx="2717798" cy="6096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E9943930-7348-9AD1-406A-C9C79197EB7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061783" y="4329290"/>
            <a:ext cx="2711117" cy="21544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4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48" name="Content Placeholder 8">
            <a:extLst>
              <a:ext uri="{FF2B5EF4-FFF2-40B4-BE49-F238E27FC236}">
                <a16:creationId xmlns:a16="http://schemas.microsoft.com/office/drawing/2014/main" id="{4FCBB720-28E3-0C2B-980C-5EA01E14A271}"/>
              </a:ext>
            </a:extLst>
          </p:cNvPr>
          <p:cNvSpPr>
            <a:spLocks noGrp="1"/>
          </p:cNvSpPr>
          <p:nvPr>
            <p:ph sz="quarter" idx="59" hasCustomPrompt="1"/>
          </p:nvPr>
        </p:nvSpPr>
        <p:spPr>
          <a:xfrm>
            <a:off x="9067787" y="4617925"/>
            <a:ext cx="2709346" cy="30967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49" name="Content Placeholder 8">
            <a:extLst>
              <a:ext uri="{FF2B5EF4-FFF2-40B4-BE49-F238E27FC236}">
                <a16:creationId xmlns:a16="http://schemas.microsoft.com/office/drawing/2014/main" id="{4BFFD208-C3E8-1192-FACB-ECCF7FACF7D8}"/>
              </a:ext>
            </a:extLst>
          </p:cNvPr>
          <p:cNvSpPr>
            <a:spLocks noGrp="1"/>
          </p:cNvSpPr>
          <p:nvPr>
            <p:ph sz="quarter" idx="60" hasCustomPrompt="1"/>
          </p:nvPr>
        </p:nvSpPr>
        <p:spPr>
          <a:xfrm>
            <a:off x="6172202" y="5080000"/>
            <a:ext cx="2717798" cy="6096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40845814-6F4D-6D4A-D5F9-2BF106E4A11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174650" y="4329290"/>
            <a:ext cx="2711117" cy="21544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4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51" name="Content Placeholder 8">
            <a:extLst>
              <a:ext uri="{FF2B5EF4-FFF2-40B4-BE49-F238E27FC236}">
                <a16:creationId xmlns:a16="http://schemas.microsoft.com/office/drawing/2014/main" id="{E727BA96-ADE5-F6BD-6DA5-B81937352243}"/>
              </a:ext>
            </a:extLst>
          </p:cNvPr>
          <p:cNvSpPr>
            <a:spLocks noGrp="1"/>
          </p:cNvSpPr>
          <p:nvPr>
            <p:ph sz="quarter" idx="62" hasCustomPrompt="1"/>
          </p:nvPr>
        </p:nvSpPr>
        <p:spPr>
          <a:xfrm>
            <a:off x="6180654" y="4617925"/>
            <a:ext cx="2709346" cy="30967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B224E10-AB29-4BAA-62BD-D57981571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95748C1-3359-E343-B4FF-F2665B915D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A48727E-BEEB-7696-7E76-EB304BA6D1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1284CA4-E93E-8011-7A16-8FD2B46E9E0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508001"/>
            <a:ext cx="5599113" cy="1371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892E83-7C4D-2A34-E0ED-52F3D80664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5" y="508001"/>
            <a:ext cx="5588658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98F75AB-5CD1-22D6-6590-3EE55D3D8C5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5588657" cy="6096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0350876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6F6E61-DEA7-D04D-59D1-CB8C61907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DAAAC06-6CB6-0B53-20C2-5F2422F1FA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E92A640-7FF5-C5E0-8E8F-F8FBBDE3A2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1662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58B5ACF4-53D7-9FA7-8DE1-D33442D346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914" t="1" b="333"/>
          <a:stretch>
            <a:fillRect/>
          </a:stretch>
        </p:blipFill>
        <p:spPr>
          <a:xfrm rot="10800000">
            <a:off x="3881794" y="0"/>
            <a:ext cx="8310204" cy="5630777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C372B23-0B95-4541-A5CA-16AC6FF2EB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2519313"/>
            <a:ext cx="5613401" cy="2895600"/>
          </a:xfr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lang="en-GB" sz="3600" b="0" i="0">
                <a:solidFill>
                  <a:schemeClr val="tx2"/>
                </a:solidFill>
                <a:latin typeface="TT Hoves Pro Medium" panose="020B0003020000020203" pitchFamily="34" charset="77"/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closing statement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19C1D51-FAA3-19D2-C949-D0D6FF94203C}"/>
              </a:ext>
            </a:extLst>
          </p:cNvPr>
          <p:cNvSpPr txBox="1">
            <a:spLocks/>
          </p:cNvSpPr>
          <p:nvPr userDrawn="1"/>
        </p:nvSpPr>
        <p:spPr>
          <a:xfrm>
            <a:off x="2327274" y="5964288"/>
            <a:ext cx="1770061" cy="48731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Kungsgatan 8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111 42 Stockholm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Sweden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E541EEA-06AD-6337-C0E5-7A2389B6C2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9BB928C-84A3-E465-431A-07A4D3898BDC}"/>
              </a:ext>
            </a:extLst>
          </p:cNvPr>
          <p:cNvSpPr txBox="1">
            <a:spLocks/>
          </p:cNvSpPr>
          <p:nvPr userDrawn="1"/>
        </p:nvSpPr>
        <p:spPr>
          <a:xfrm>
            <a:off x="406399" y="5810399"/>
            <a:ext cx="1204338" cy="64120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 Medium" panose="020B0003020000020203" pitchFamily="34" charset="77"/>
              </a:rPr>
              <a:t>REQ AS</a:t>
            </a:r>
            <a:b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</a:b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Sommerrogata 17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0255 Oslo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Norway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45B54D7-BEBD-96D9-2A08-D9E1CB780729}"/>
              </a:ext>
            </a:extLst>
          </p:cNvPr>
          <p:cNvSpPr txBox="1">
            <a:spLocks/>
          </p:cNvSpPr>
          <p:nvPr userDrawn="1"/>
        </p:nvSpPr>
        <p:spPr>
          <a:xfrm>
            <a:off x="10015539" y="6297713"/>
            <a:ext cx="1770061" cy="153888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req.no</a:t>
            </a:r>
          </a:p>
        </p:txBody>
      </p:sp>
    </p:spTree>
    <p:extLst>
      <p:ext uri="{BB962C8B-B14F-4D97-AF65-F5344CB8AC3E}">
        <p14:creationId xmlns:p14="http://schemas.microsoft.com/office/powerpoint/2010/main" val="32777679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3FF4BE7-60B0-BB4C-979A-95A637FA06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914" t="1" b="333"/>
          <a:stretch>
            <a:fillRect/>
          </a:stretch>
        </p:blipFill>
        <p:spPr>
          <a:xfrm rot="10800000">
            <a:off x="3881794" y="0"/>
            <a:ext cx="8310204" cy="5630777"/>
          </a:xfrm>
          <a:prstGeom prst="rect">
            <a:avLst/>
          </a:prstGeom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19C1D51-FAA3-19D2-C949-D0D6FF94203C}"/>
              </a:ext>
            </a:extLst>
          </p:cNvPr>
          <p:cNvSpPr txBox="1">
            <a:spLocks/>
          </p:cNvSpPr>
          <p:nvPr userDrawn="1"/>
        </p:nvSpPr>
        <p:spPr>
          <a:xfrm>
            <a:off x="2327274" y="5964288"/>
            <a:ext cx="1770061" cy="48731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Kungsgatan 8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111 42 Stockholm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Sweden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E541EEA-06AD-6337-C0E5-7A2389B6C2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9BB928C-84A3-E465-431A-07A4D3898BDC}"/>
              </a:ext>
            </a:extLst>
          </p:cNvPr>
          <p:cNvSpPr txBox="1">
            <a:spLocks/>
          </p:cNvSpPr>
          <p:nvPr userDrawn="1"/>
        </p:nvSpPr>
        <p:spPr>
          <a:xfrm>
            <a:off x="406399" y="5810399"/>
            <a:ext cx="1204338" cy="64120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 Medium" panose="020B0003020000020203" pitchFamily="34" charset="77"/>
              </a:rPr>
              <a:t>REQ AS</a:t>
            </a:r>
            <a:b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</a:b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Sommerrogata 17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0255 Oslo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Norway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45B54D7-BEBD-96D9-2A08-D9E1CB780729}"/>
              </a:ext>
            </a:extLst>
          </p:cNvPr>
          <p:cNvSpPr txBox="1">
            <a:spLocks/>
          </p:cNvSpPr>
          <p:nvPr userDrawn="1"/>
        </p:nvSpPr>
        <p:spPr>
          <a:xfrm>
            <a:off x="10015539" y="6297713"/>
            <a:ext cx="1770061" cy="153888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req.no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563E7C2-2B0B-4EB7-3AAA-E0F2805845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2519313"/>
            <a:ext cx="5613401" cy="2895600"/>
          </a:xfr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lang="en-GB" sz="3600" b="0" i="0">
                <a:solidFill>
                  <a:schemeClr val="tx2"/>
                </a:solidFill>
                <a:latin typeface="TT Hoves Pro Medium" panose="020B0003020000020203" pitchFamily="34" charset="77"/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closing statement</a:t>
            </a:r>
          </a:p>
        </p:txBody>
      </p:sp>
    </p:spTree>
    <p:extLst>
      <p:ext uri="{BB962C8B-B14F-4D97-AF65-F5344CB8AC3E}">
        <p14:creationId xmlns:p14="http://schemas.microsoft.com/office/powerpoint/2010/main" val="29532768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757AE26-F463-3EA6-AEDC-1D0AB035FD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914" t="1" b="333"/>
          <a:stretch>
            <a:fillRect/>
          </a:stretch>
        </p:blipFill>
        <p:spPr>
          <a:xfrm rot="10800000">
            <a:off x="3881794" y="0"/>
            <a:ext cx="8310204" cy="5630777"/>
          </a:xfrm>
          <a:prstGeom prst="rect">
            <a:avLst/>
          </a:prstGeom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19C1D51-FAA3-19D2-C949-D0D6FF94203C}"/>
              </a:ext>
            </a:extLst>
          </p:cNvPr>
          <p:cNvSpPr txBox="1">
            <a:spLocks/>
          </p:cNvSpPr>
          <p:nvPr userDrawn="1"/>
        </p:nvSpPr>
        <p:spPr>
          <a:xfrm>
            <a:off x="2327274" y="5964288"/>
            <a:ext cx="1770061" cy="48731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bg1"/>
                </a:solidFill>
                <a:latin typeface="TT Hoves Pro" panose="020B0003020000020203" pitchFamily="34" charset="77"/>
              </a:rPr>
              <a:t>Kungsgatan 8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bg1"/>
                </a:solidFill>
                <a:latin typeface="TT Hoves Pro" panose="020B0003020000020203" pitchFamily="34" charset="77"/>
              </a:rPr>
              <a:t>111 42 Stockholm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bg1"/>
                </a:solidFill>
                <a:latin typeface="TT Hoves Pro" panose="020B0003020000020203" pitchFamily="34" charset="77"/>
              </a:rPr>
              <a:t>Sweden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E541EEA-06AD-6337-C0E5-7A2389B6C2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9BB928C-84A3-E465-431A-07A4D3898BDC}"/>
              </a:ext>
            </a:extLst>
          </p:cNvPr>
          <p:cNvSpPr txBox="1">
            <a:spLocks/>
          </p:cNvSpPr>
          <p:nvPr userDrawn="1"/>
        </p:nvSpPr>
        <p:spPr>
          <a:xfrm>
            <a:off x="406399" y="5810399"/>
            <a:ext cx="1204338" cy="64120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bg1"/>
                </a:solidFill>
                <a:latin typeface="TT Hoves Pro Medium" panose="020B0003020000020203" pitchFamily="34" charset="77"/>
              </a:rPr>
              <a:t>REQ AS</a:t>
            </a:r>
            <a:br>
              <a:rPr lang="en-GB" sz="1000" b="0" i="0" dirty="0">
                <a:solidFill>
                  <a:schemeClr val="bg1"/>
                </a:solidFill>
                <a:latin typeface="TT Hoves Pro" panose="020B0003020000020203" pitchFamily="34" charset="77"/>
              </a:rPr>
            </a:br>
            <a:r>
              <a:rPr lang="en-GB" sz="1000" b="0" i="0" dirty="0">
                <a:solidFill>
                  <a:schemeClr val="bg1"/>
                </a:solidFill>
                <a:latin typeface="TT Hoves Pro" panose="020B0003020000020203" pitchFamily="34" charset="77"/>
              </a:rPr>
              <a:t>Sommerrogata 17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bg1"/>
                </a:solidFill>
                <a:latin typeface="TT Hoves Pro" panose="020B0003020000020203" pitchFamily="34" charset="77"/>
              </a:rPr>
              <a:t>0255 Oslo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bg1"/>
                </a:solidFill>
                <a:latin typeface="TT Hoves Pro" panose="020B0003020000020203" pitchFamily="34" charset="77"/>
              </a:rPr>
              <a:t>Norway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45B54D7-BEBD-96D9-2A08-D9E1CB780729}"/>
              </a:ext>
            </a:extLst>
          </p:cNvPr>
          <p:cNvSpPr txBox="1">
            <a:spLocks/>
          </p:cNvSpPr>
          <p:nvPr userDrawn="1"/>
        </p:nvSpPr>
        <p:spPr>
          <a:xfrm>
            <a:off x="10015539" y="6297713"/>
            <a:ext cx="1770061" cy="153888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bg1"/>
                </a:solidFill>
                <a:latin typeface="TT Hoves Pro" panose="020B0003020000020203" pitchFamily="34" charset="77"/>
              </a:rPr>
              <a:t>req.no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DF754E17-F799-5A31-BB19-C8B3E58F92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2519313"/>
            <a:ext cx="5613401" cy="2895600"/>
          </a:xfr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lang="en-GB" sz="3600" b="0" i="0">
                <a:solidFill>
                  <a:schemeClr val="bg1"/>
                </a:solidFill>
                <a:latin typeface="TT Hoves Pro Medium" panose="020B0003020000020203" pitchFamily="34" charset="77"/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closing statement</a:t>
            </a:r>
          </a:p>
        </p:txBody>
      </p:sp>
    </p:spTree>
    <p:extLst>
      <p:ext uri="{BB962C8B-B14F-4D97-AF65-F5344CB8AC3E}">
        <p14:creationId xmlns:p14="http://schemas.microsoft.com/office/powerpoint/2010/main" val="263637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D3C3D5-9229-CDFB-AF8F-B64A3023F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47" y="716987"/>
            <a:ext cx="11370453" cy="131501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552A4-6F59-A6E0-FB69-60F556662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147" y="2198425"/>
            <a:ext cx="11370453" cy="35165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AF717-3BCD-CE55-1DDE-27B1D5012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324522"/>
            <a:ext cx="9448800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en-GB" sz="8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</a:lstStyle>
          <a:p>
            <a:r>
              <a:rPr lang="en-GB" dirty="0"/>
              <a:t>Click to add source/footnote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1367F-E561-3758-BE97-78D9D0AAF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324522"/>
            <a:ext cx="812800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59924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920" r:id="rId2"/>
    <p:sldLayoutId id="2147483919" r:id="rId3"/>
    <p:sldLayoutId id="2147483921" r:id="rId4"/>
    <p:sldLayoutId id="2147483922" r:id="rId5"/>
    <p:sldLayoutId id="2147483923" r:id="rId6"/>
    <p:sldLayoutId id="2147483859" r:id="rId7"/>
    <p:sldLayoutId id="2147483860" r:id="rId8"/>
    <p:sldLayoutId id="2147483861" r:id="rId9"/>
    <p:sldLayoutId id="2147483928" r:id="rId10"/>
    <p:sldLayoutId id="2147483930" r:id="rId11"/>
    <p:sldLayoutId id="2147483929" r:id="rId12"/>
    <p:sldLayoutId id="2147483863" r:id="rId13"/>
    <p:sldLayoutId id="2147483864" r:id="rId14"/>
    <p:sldLayoutId id="2147483865" r:id="rId15"/>
    <p:sldLayoutId id="2147483866" r:id="rId16"/>
    <p:sldLayoutId id="2147483867" r:id="rId17"/>
    <p:sldLayoutId id="2147483868" r:id="rId18"/>
    <p:sldLayoutId id="2147483869" r:id="rId19"/>
    <p:sldLayoutId id="2147483870" r:id="rId20"/>
    <p:sldLayoutId id="2147483871" r:id="rId21"/>
    <p:sldLayoutId id="2147483872" r:id="rId22"/>
    <p:sldLayoutId id="2147483873" r:id="rId23"/>
    <p:sldLayoutId id="2147483874" r:id="rId24"/>
    <p:sldLayoutId id="2147483875" r:id="rId25"/>
    <p:sldLayoutId id="2147483876" r:id="rId26"/>
    <p:sldLayoutId id="2147483877" r:id="rId27"/>
    <p:sldLayoutId id="2147483878" r:id="rId28"/>
    <p:sldLayoutId id="2147483879" r:id="rId29"/>
    <p:sldLayoutId id="2147483880" r:id="rId30"/>
    <p:sldLayoutId id="2147483881" r:id="rId31"/>
    <p:sldLayoutId id="2147483926" r:id="rId32"/>
    <p:sldLayoutId id="2147483927" r:id="rId33"/>
    <p:sldLayoutId id="2147483885" r:id="rId34"/>
    <p:sldLayoutId id="2147483886" r:id="rId35"/>
    <p:sldLayoutId id="2147483887" r:id="rId36"/>
    <p:sldLayoutId id="2147483888" r:id="rId37"/>
    <p:sldLayoutId id="2147483890" r:id="rId38"/>
    <p:sldLayoutId id="2147483891" r:id="rId39"/>
    <p:sldLayoutId id="2147483924" r:id="rId40"/>
    <p:sldLayoutId id="2147483925" r:id="rId4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GB" sz="4000" b="0" i="0" kern="1200" spc="-80" baseline="0">
          <a:solidFill>
            <a:schemeClr val="tx2"/>
          </a:solidFill>
          <a:latin typeface="TT Hoves Pro Medium" panose="020B0003020000020203" pitchFamily="34" charset="77"/>
          <a:ea typeface="+mj-ea"/>
          <a:cs typeface="+mj-cs"/>
        </a:defRPr>
      </a:lvl1pPr>
    </p:titleStyle>
    <p:bodyStyle>
      <a:lvl1pPr marL="134938" indent="-134938" algn="l" defTabSz="914400" rtl="0" eaLnBrk="1" latinLnBrk="0" hangingPunct="1">
        <a:lnSpc>
          <a:spcPct val="110000"/>
        </a:lnSpc>
        <a:spcBef>
          <a:spcPts val="400"/>
        </a:spcBef>
        <a:buFont typeface="Arial" panose="020B0604020202020204" pitchFamily="34" charset="0"/>
        <a:buChar char="•"/>
        <a:tabLst/>
        <a:defRPr lang="en-GB" sz="1800" b="0" i="0" kern="1200">
          <a:solidFill>
            <a:schemeClr val="tx1"/>
          </a:solidFill>
          <a:latin typeface="TT Hoves Pro" panose="020B0003020000020203" pitchFamily="34" charset="77"/>
          <a:ea typeface="+mn-ea"/>
          <a:cs typeface="+mn-cs"/>
        </a:defRPr>
      </a:lvl1pPr>
      <a:lvl2pPr marL="400050" indent="-131763" algn="l" defTabSz="914400" rtl="0" eaLnBrk="1" latinLnBrk="0" hangingPunct="1">
        <a:lnSpc>
          <a:spcPct val="110000"/>
        </a:lnSpc>
        <a:spcBef>
          <a:spcPts val="400"/>
        </a:spcBef>
        <a:buFont typeface="Arial" panose="020B0604020202020204" pitchFamily="34" charset="0"/>
        <a:buChar char="•"/>
        <a:tabLst/>
        <a:defRPr lang="en-GB" sz="1600" b="0" i="0" kern="1200">
          <a:solidFill>
            <a:schemeClr val="tx1"/>
          </a:solidFill>
          <a:latin typeface="TT Hoves Pro" panose="020B0003020000020203" pitchFamily="34" charset="77"/>
          <a:ea typeface="+mn-ea"/>
          <a:cs typeface="+mn-cs"/>
        </a:defRPr>
      </a:lvl2pPr>
      <a:lvl3pPr marL="714375" indent="-134938" algn="l" defTabSz="914400" rtl="0" eaLnBrk="1" latinLnBrk="0" hangingPunct="1">
        <a:lnSpc>
          <a:spcPct val="110000"/>
        </a:lnSpc>
        <a:spcBef>
          <a:spcPts val="400"/>
        </a:spcBef>
        <a:buFont typeface="Arial" panose="020B0604020202020204" pitchFamily="34" charset="0"/>
        <a:buChar char="•"/>
        <a:tabLst/>
        <a:defRPr lang="en-GB" sz="1400" b="0" i="0" kern="1200">
          <a:solidFill>
            <a:schemeClr val="tx1"/>
          </a:solidFill>
          <a:latin typeface="TT Hoves Pro" panose="020B0003020000020203" pitchFamily="34" charset="77"/>
          <a:ea typeface="+mn-ea"/>
          <a:cs typeface="+mn-cs"/>
        </a:defRPr>
      </a:lvl3pPr>
      <a:lvl4pPr marL="1069975" indent="-136525" algn="l" defTabSz="914400" rtl="0" eaLnBrk="1" latinLnBrk="0" hangingPunct="1">
        <a:lnSpc>
          <a:spcPct val="110000"/>
        </a:lnSpc>
        <a:spcBef>
          <a:spcPts val="400"/>
        </a:spcBef>
        <a:buFont typeface="Arial" panose="020B0604020202020204" pitchFamily="34" charset="0"/>
        <a:buChar char="•"/>
        <a:tabLst/>
        <a:defRPr lang="en-GB" sz="1200" b="0" i="0" kern="1200">
          <a:solidFill>
            <a:schemeClr val="tx1"/>
          </a:solidFill>
          <a:latin typeface="TT Hoves Pro" panose="020B0003020000020203" pitchFamily="34" charset="77"/>
          <a:ea typeface="+mn-ea"/>
          <a:cs typeface="+mn-cs"/>
        </a:defRPr>
      </a:lvl4pPr>
      <a:lvl5pPr marL="1333500" indent="-127000" algn="l" defTabSz="914400" rtl="0" eaLnBrk="1" latinLnBrk="0" hangingPunct="1">
        <a:lnSpc>
          <a:spcPct val="110000"/>
        </a:lnSpc>
        <a:spcBef>
          <a:spcPts val="400"/>
        </a:spcBef>
        <a:buFont typeface="Arial" panose="020B0604020202020204" pitchFamily="34" charset="0"/>
        <a:buChar char="•"/>
        <a:tabLst/>
        <a:defRPr lang="en-GB" sz="1200" b="0" i="0" kern="1200">
          <a:solidFill>
            <a:schemeClr val="tx1"/>
          </a:solidFill>
          <a:latin typeface="TT Hoves Pro" panose="020B0003020000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56" userDrawn="1">
          <p15:clr>
            <a:srgbClr val="F26B43"/>
          </p15:clr>
        </p15:guide>
        <p15:guide id="4" pos="765" userDrawn="1">
          <p15:clr>
            <a:srgbClr val="F26B43"/>
          </p15:clr>
        </p15:guide>
        <p15:guide id="5" pos="861" userDrawn="1">
          <p15:clr>
            <a:srgbClr val="F26B43"/>
          </p15:clr>
        </p15:guide>
        <p15:guide id="6" pos="1370" userDrawn="1">
          <p15:clr>
            <a:srgbClr val="F26B43"/>
          </p15:clr>
        </p15:guide>
        <p15:guide id="7" pos="1466" userDrawn="1">
          <p15:clr>
            <a:srgbClr val="F26B43"/>
          </p15:clr>
        </p15:guide>
        <p15:guide id="8" pos="1976" userDrawn="1">
          <p15:clr>
            <a:srgbClr val="F26B43"/>
          </p15:clr>
        </p15:guide>
        <p15:guide id="9" pos="2072" userDrawn="1">
          <p15:clr>
            <a:srgbClr val="F26B43"/>
          </p15:clr>
        </p15:guide>
        <p15:guide id="10" pos="2581" userDrawn="1">
          <p15:clr>
            <a:srgbClr val="F26B43"/>
          </p15:clr>
        </p15:guide>
        <p15:guide id="11" pos="2677" userDrawn="1">
          <p15:clr>
            <a:srgbClr val="F26B43"/>
          </p15:clr>
        </p15:guide>
        <p15:guide id="12" pos="3186" userDrawn="1">
          <p15:clr>
            <a:srgbClr val="F26B43"/>
          </p15:clr>
        </p15:guide>
        <p15:guide id="13" pos="3282" userDrawn="1">
          <p15:clr>
            <a:srgbClr val="F26B43"/>
          </p15:clr>
        </p15:guide>
        <p15:guide id="14" pos="3792" userDrawn="1">
          <p15:clr>
            <a:srgbClr val="F26B43"/>
          </p15:clr>
        </p15:guide>
        <p15:guide id="15" pos="3888" userDrawn="1">
          <p15:clr>
            <a:srgbClr val="F26B43"/>
          </p15:clr>
        </p15:guide>
        <p15:guide id="16" pos="4397" userDrawn="1">
          <p15:clr>
            <a:srgbClr val="F26B43"/>
          </p15:clr>
        </p15:guide>
        <p15:guide id="17" pos="4493" userDrawn="1">
          <p15:clr>
            <a:srgbClr val="F26B43"/>
          </p15:clr>
        </p15:guide>
        <p15:guide id="18" pos="5002" userDrawn="1">
          <p15:clr>
            <a:srgbClr val="F26B43"/>
          </p15:clr>
        </p15:guide>
        <p15:guide id="19" pos="5098" userDrawn="1">
          <p15:clr>
            <a:srgbClr val="F26B43"/>
          </p15:clr>
        </p15:guide>
        <p15:guide id="20" pos="5608" userDrawn="1">
          <p15:clr>
            <a:srgbClr val="F26B43"/>
          </p15:clr>
        </p15:guide>
        <p15:guide id="21" pos="5704" userDrawn="1">
          <p15:clr>
            <a:srgbClr val="F26B43"/>
          </p15:clr>
        </p15:guide>
        <p15:guide id="22" pos="6213" userDrawn="1">
          <p15:clr>
            <a:srgbClr val="F26B43"/>
          </p15:clr>
        </p15:guide>
        <p15:guide id="23" pos="6309" userDrawn="1">
          <p15:clr>
            <a:srgbClr val="F26B43"/>
          </p15:clr>
        </p15:guide>
        <p15:guide id="24" pos="6818" userDrawn="1">
          <p15:clr>
            <a:srgbClr val="F26B43"/>
          </p15:clr>
        </p15:guide>
        <p15:guide id="25" pos="6914" userDrawn="1">
          <p15:clr>
            <a:srgbClr val="F26B43"/>
          </p15:clr>
        </p15:guide>
        <p15:guide id="26" pos="7424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320" userDrawn="1">
          <p15:clr>
            <a:srgbClr val="F26B43"/>
          </p15:clr>
        </p15:guide>
        <p15:guide id="30" orient="horz" pos="704" userDrawn="1">
          <p15:clr>
            <a:srgbClr val="F26B43"/>
          </p15:clr>
        </p15:guide>
        <p15:guide id="31" orient="horz" pos="800" userDrawn="1">
          <p15:clr>
            <a:srgbClr val="F26B43"/>
          </p15:clr>
        </p15:guide>
        <p15:guide id="32" orient="horz" pos="1184" userDrawn="1">
          <p15:clr>
            <a:srgbClr val="F26B43"/>
          </p15:clr>
        </p15:guide>
        <p15:guide id="33" orient="horz" pos="1280" userDrawn="1">
          <p15:clr>
            <a:srgbClr val="F26B43"/>
          </p15:clr>
        </p15:guide>
        <p15:guide id="34" orient="horz" pos="1664" userDrawn="1">
          <p15:clr>
            <a:srgbClr val="F26B43"/>
          </p15:clr>
        </p15:guide>
        <p15:guide id="35" orient="horz" pos="1760" userDrawn="1">
          <p15:clr>
            <a:srgbClr val="F26B43"/>
          </p15:clr>
        </p15:guide>
        <p15:guide id="36" orient="horz" pos="2144" userDrawn="1">
          <p15:clr>
            <a:srgbClr val="F26B43"/>
          </p15:clr>
        </p15:guide>
        <p15:guide id="37" orient="horz" pos="2240" userDrawn="1">
          <p15:clr>
            <a:srgbClr val="F26B43"/>
          </p15:clr>
        </p15:guide>
        <p15:guide id="38" orient="horz" pos="2624" userDrawn="1">
          <p15:clr>
            <a:srgbClr val="F26B43"/>
          </p15:clr>
        </p15:guide>
        <p15:guide id="39" orient="horz" pos="2720" userDrawn="1">
          <p15:clr>
            <a:srgbClr val="F26B43"/>
          </p15:clr>
        </p15:guide>
        <p15:guide id="40" orient="horz" pos="3104" userDrawn="1">
          <p15:clr>
            <a:srgbClr val="F26B43"/>
          </p15:clr>
        </p15:guide>
        <p15:guide id="41" orient="horz" pos="3200" userDrawn="1">
          <p15:clr>
            <a:srgbClr val="F26B43"/>
          </p15:clr>
        </p15:guide>
        <p15:guide id="42" orient="horz" pos="3584" userDrawn="1">
          <p15:clr>
            <a:srgbClr val="F26B43"/>
          </p15:clr>
        </p15:guide>
        <p15:guide id="43" orient="horz" pos="3680" userDrawn="1">
          <p15:clr>
            <a:srgbClr val="F26B43"/>
          </p15:clr>
        </p15:guide>
        <p15:guide id="44" orient="horz" pos="40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A669CD-ACEF-27C0-1A5F-5C930A511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9072" y="508000"/>
            <a:ext cx="5596528" cy="1371600"/>
          </a:xfrm>
        </p:spPr>
        <p:txBody>
          <a:bodyPr/>
          <a:lstStyle/>
          <a:p>
            <a:r>
              <a:rPr lang="en-GB" noProof="1"/>
              <a:t>Company presentation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BEC93-8D74-934F-D87F-88ADB5BDE1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6652" y="2032000"/>
            <a:ext cx="5598948" cy="246221"/>
          </a:xfrm>
        </p:spPr>
        <p:txBody>
          <a:bodyPr/>
          <a:lstStyle/>
          <a:p>
            <a:r>
              <a:rPr lang="en-GB" noProof="1"/>
              <a:t>19 June 2026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C08BEE3-594C-D7D3-6D58-9FC20D71CD4F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/>
          <a:srcRect t="24953" b="24953"/>
          <a:stretch/>
        </p:blipFill>
        <p:spPr>
          <a:xfrm>
            <a:off x="0" y="2794000"/>
            <a:ext cx="12192000" cy="4064000"/>
          </a:xfrm>
          <a:noFill/>
        </p:spPr>
      </p:pic>
    </p:spTree>
    <p:extLst>
      <p:ext uri="{BB962C8B-B14F-4D97-AF65-F5344CB8AC3E}">
        <p14:creationId xmlns:p14="http://schemas.microsoft.com/office/powerpoint/2010/main" val="1337953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4B2C60-53C4-18E4-75F6-8795FE5D6E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pc="-100" noProof="0" dirty="0">
                <a:latin typeface="TT Hoves Pro" panose="020B0003020000020203" pitchFamily="34" charset="77"/>
              </a:rPr>
              <a:t>– We have thoroughly analysed </a:t>
            </a:r>
            <a:br>
              <a:rPr lang="en-GB" spc="-100" noProof="0" dirty="0">
                <a:latin typeface="TT Hoves Pro" panose="020B0003020000020203" pitchFamily="34" charset="77"/>
              </a:rPr>
            </a:br>
            <a:r>
              <a:rPr lang="en-GB" spc="-100" noProof="0" dirty="0">
                <a:latin typeface="TT Hoves Pro" panose="020B0003020000020203" pitchFamily="34" charset="77"/>
              </a:rPr>
              <a:t>the market over time and recognize </a:t>
            </a:r>
            <a:br>
              <a:rPr lang="en-GB" spc="-100" noProof="0" dirty="0">
                <a:latin typeface="TT Hoves Pro" panose="020B0003020000020203" pitchFamily="34" charset="77"/>
              </a:rPr>
            </a:br>
            <a:r>
              <a:rPr lang="en-GB" spc="-100" noProof="0" dirty="0">
                <a:latin typeface="TT Hoves Pro" panose="020B0003020000020203" pitchFamily="34" charset="77"/>
              </a:rPr>
              <a:t>that the need for high-quality care </a:t>
            </a:r>
            <a:br>
              <a:rPr lang="en-GB" spc="-100" noProof="0" dirty="0">
                <a:latin typeface="TT Hoves Pro" panose="020B0003020000020203" pitchFamily="34" charset="77"/>
              </a:rPr>
            </a:br>
            <a:r>
              <a:rPr lang="en-GB" spc="-100" noProof="0" dirty="0">
                <a:latin typeface="TT Hoves Pro" panose="020B0003020000020203" pitchFamily="34" charset="77"/>
              </a:rPr>
              <a:t>homes will only continue to grow.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C59D4-8DD9-210D-845D-E68C64D47FA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18926" y="5104798"/>
            <a:ext cx="11366674" cy="609600"/>
          </a:xfrm>
        </p:spPr>
        <p:txBody>
          <a:bodyPr anchor="b"/>
          <a:lstStyle/>
          <a:p>
            <a:r>
              <a:rPr lang="en-GB" sz="1000" noProof="0" dirty="0">
                <a:latin typeface="TT Hoves Pro Medium" panose="020B0003020000020203" pitchFamily="34" charset="77"/>
              </a:rPr>
              <a:t>Johan Hamre</a:t>
            </a:r>
            <a:br>
              <a:rPr lang="en-GB" sz="1000" noProof="0" dirty="0">
                <a:latin typeface="TT Hoves Pro Medium" panose="020B0003020000020203" pitchFamily="34" charset="77"/>
              </a:rPr>
            </a:br>
            <a:r>
              <a:rPr lang="en-GB" sz="1000" noProof="0" dirty="0"/>
              <a:t>Chief Executive Officer of REQ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7982B-D826-1343-9B3C-8B79A20123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87D714-1B0C-B346-BB4E-D29ADD6C43D0}" type="slidenum">
              <a:rPr lang="en-GB" noProof="0" smtClean="0"/>
              <a:pPr/>
              <a:t>2</a:t>
            </a:fld>
            <a:endParaRPr lang="en-GB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5E038F-C659-49A3-0C51-C8C12B16F4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28100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1EDCA66-E2C6-44A1-61D5-9DD11DE5CE97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1619964915"/>
              </p:ext>
            </p:extLst>
          </p:nvPr>
        </p:nvGraphicFramePr>
        <p:xfrm>
          <a:off x="412750" y="2032000"/>
          <a:ext cx="5607050" cy="343461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803525">
                  <a:extLst>
                    <a:ext uri="{9D8B030D-6E8A-4147-A177-3AD203B41FA5}">
                      <a16:colId xmlns:a16="http://schemas.microsoft.com/office/drawing/2014/main" val="992661979"/>
                    </a:ext>
                  </a:extLst>
                </a:gridCol>
                <a:gridCol w="2803525">
                  <a:extLst>
                    <a:ext uri="{9D8B030D-6E8A-4147-A177-3AD203B41FA5}">
                      <a16:colId xmlns:a16="http://schemas.microsoft.com/office/drawing/2014/main" val="1102906513"/>
                    </a:ext>
                  </a:extLst>
                </a:gridCol>
              </a:tblGrid>
              <a:tr h="572435">
                <a:tc>
                  <a:txBody>
                    <a:bodyPr/>
                    <a:lstStyle/>
                    <a:p>
                      <a:r>
                        <a:rPr lang="en-GB" sz="1600" b="0" i="0" noProof="1">
                          <a:latin typeface="TT Hoves Pro Medium" panose="020B0003020000020203" pitchFamily="34" charset="77"/>
                          <a:ea typeface="Klarheit Grotesk Semibold" pitchFamily="2" charset="77"/>
                          <a:cs typeface="Google Sans Medium" pitchFamily="2" charset="0"/>
                        </a:rPr>
                        <a:t>Key information</a:t>
                      </a:r>
                    </a:p>
                  </a:txBody>
                  <a:tcPr marL="0" marB="7200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0" b="0" i="0" noProof="1">
                        <a:latin typeface="TT Hoves Pro" panose="020B0003020000020203" pitchFamily="34" charset="77"/>
                      </a:endParaRPr>
                    </a:p>
                  </a:txBody>
                  <a:tcPr marL="0" marB="7200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170836"/>
                  </a:ext>
                </a:extLst>
              </a:tr>
              <a:tr h="572435">
                <a:tc>
                  <a:txBody>
                    <a:bodyPr/>
                    <a:lstStyle/>
                    <a:p>
                      <a:r>
                        <a:rPr lang="en-GB" sz="800" b="0" i="0" noProof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T Hoves Pro" panose="020B0003020000020203" pitchFamily="34" charset="77"/>
                        </a:rPr>
                        <a:t>Status</a:t>
                      </a:r>
                    </a:p>
                  </a:txBody>
                  <a:tcPr marL="0" marB="7200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 noProof="1">
                          <a:latin typeface="TT Hoves Pro" panose="020B0003020000020203" pitchFamily="34" charset="77"/>
                        </a:rPr>
                        <a:t>Fully investedd</a:t>
                      </a:r>
                    </a:p>
                  </a:txBody>
                  <a:tcPr marL="0" marB="7200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5748"/>
                  </a:ext>
                </a:extLst>
              </a:tr>
              <a:tr h="572435">
                <a:tc>
                  <a:txBody>
                    <a:bodyPr/>
                    <a:lstStyle/>
                    <a:p>
                      <a:r>
                        <a:rPr lang="en-GB" sz="800" b="0" i="0" noProof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T Hoves Pro" panose="020B0003020000020203" pitchFamily="34" charset="77"/>
                        </a:rPr>
                        <a:t>Vintage</a:t>
                      </a:r>
                    </a:p>
                  </a:txBody>
                  <a:tcPr marL="0" marB="7200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 noProof="1">
                          <a:latin typeface="TT Hoves Pro" panose="020B0003020000020203" pitchFamily="34" charset="77"/>
                        </a:rPr>
                        <a:t>2021</a:t>
                      </a:r>
                    </a:p>
                  </a:txBody>
                  <a:tcPr marL="0" marB="7200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252719"/>
                  </a:ext>
                </a:extLst>
              </a:tr>
              <a:tr h="572435">
                <a:tc>
                  <a:txBody>
                    <a:bodyPr/>
                    <a:lstStyle/>
                    <a:p>
                      <a:r>
                        <a:rPr lang="en-GB" sz="800" b="0" i="0" noProof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T Hoves Pro" panose="020B0003020000020203" pitchFamily="34" charset="77"/>
                        </a:rPr>
                        <a:t>Fund term</a:t>
                      </a:r>
                    </a:p>
                  </a:txBody>
                  <a:tcPr marL="0" marB="7200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 noProof="1">
                          <a:latin typeface="TT Hoves Pro" panose="020B0003020000020203" pitchFamily="34" charset="77"/>
                        </a:rPr>
                        <a:t>8 years</a:t>
                      </a:r>
                    </a:p>
                  </a:txBody>
                  <a:tcPr marL="0" marB="7200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99514"/>
                  </a:ext>
                </a:extLst>
              </a:tr>
              <a:tr h="572435">
                <a:tc>
                  <a:txBody>
                    <a:bodyPr/>
                    <a:lstStyle/>
                    <a:p>
                      <a:r>
                        <a:rPr lang="en-GB" sz="800" b="0" i="0" noProof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T Hoves Pro" panose="020B0003020000020203" pitchFamily="34" charset="77"/>
                        </a:rPr>
                        <a:t>Fund type</a:t>
                      </a:r>
                    </a:p>
                  </a:txBody>
                  <a:tcPr marL="0" marB="7200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 noProof="1">
                          <a:latin typeface="TT Hoves Pro" panose="020B0003020000020203" pitchFamily="34" charset="77"/>
                        </a:rPr>
                        <a:t>Value-add</a:t>
                      </a:r>
                    </a:p>
                  </a:txBody>
                  <a:tcPr marL="0" marB="7200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1629"/>
                  </a:ext>
                </a:extLst>
              </a:tr>
              <a:tr h="572435">
                <a:tc>
                  <a:txBody>
                    <a:bodyPr/>
                    <a:lstStyle/>
                    <a:p>
                      <a:endParaRPr lang="en-GB" sz="1000" b="0" i="0" noProof="1">
                        <a:solidFill>
                          <a:schemeClr val="accent6">
                            <a:lumMod val="50000"/>
                          </a:schemeClr>
                        </a:solidFill>
                        <a:latin typeface="TT Hoves Pro" panose="020B0003020000020203" pitchFamily="34" charset="77"/>
                      </a:endParaRPr>
                    </a:p>
                  </a:txBody>
                  <a:tcPr marL="0" marB="7200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 noProof="1">
                          <a:latin typeface="TT Hoves Pro" panose="020B0003020000020203" pitchFamily="34" charset="77"/>
                        </a:rPr>
                        <a:t>Article 8-fund according to SFDR</a:t>
                      </a:r>
                    </a:p>
                  </a:txBody>
                  <a:tcPr marL="0" marB="7200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255704"/>
                  </a:ext>
                </a:extLst>
              </a:tr>
            </a:tbl>
          </a:graphicData>
        </a:graphic>
      </p:graphicFrame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60A3BA59-CC9D-1B96-9050-9CF73161029B}"/>
              </a:ext>
            </a:extLst>
          </p:cNvPr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887255403"/>
              </p:ext>
            </p:extLst>
          </p:nvPr>
        </p:nvGraphicFramePr>
        <p:xfrm>
          <a:off x="6181725" y="2032000"/>
          <a:ext cx="5595938" cy="368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A5A2D-B0C5-6965-4378-C77AFB8BD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</p:spPr>
        <p:txBody>
          <a:bodyPr/>
          <a:lstStyle/>
          <a:p>
            <a:fld id="{4B87D714-1B0C-B346-BB4E-D29ADD6C43D0}" type="slidenum">
              <a:rPr lang="en-GB" noProof="1" smtClean="0"/>
              <a:pPr/>
              <a:t>3</a:t>
            </a:fld>
            <a:endParaRPr lang="en-GB" noProof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F5958A-D3AC-3E4D-A01D-542DC4195E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87475" y="6323013"/>
            <a:ext cx="9432925" cy="123825"/>
          </a:xfrm>
        </p:spPr>
        <p:txBody>
          <a:bodyPr/>
          <a:lstStyle/>
          <a:p>
            <a:r>
              <a:rPr lang="en-GB" noProof="1"/>
              <a:t>Half-year report H1 2026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3B58D8F-607A-B261-6F90-59ABF0CD3BA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REQ Real Estate Fund I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F0FFF279-055F-943A-FFF9-4235467CBC6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1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A78AE83-C5E7-1775-F3BF-C9C052E49AC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REQ Real Estate Fund I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CB29BD4-2D4B-7F7E-00C1-0E0E1CAD4C9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9" name="Content Placeholder 9">
            <a:extLst>
              <a:ext uri="{FF2B5EF4-FFF2-40B4-BE49-F238E27FC236}">
                <a16:creationId xmlns:a16="http://schemas.microsoft.com/office/drawing/2014/main" id="{3EBA16E0-9B2C-43E5-79F2-9805BA871378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2379893737"/>
              </p:ext>
            </p:extLst>
          </p:nvPr>
        </p:nvGraphicFramePr>
        <p:xfrm>
          <a:off x="414338" y="2032000"/>
          <a:ext cx="3687762" cy="368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ontent Placeholder 10">
            <a:extLst>
              <a:ext uri="{FF2B5EF4-FFF2-40B4-BE49-F238E27FC236}">
                <a16:creationId xmlns:a16="http://schemas.microsoft.com/office/drawing/2014/main" id="{D64BF433-C66B-33BA-1EBE-38F4270A1FFB}"/>
              </a:ext>
            </a:extLst>
          </p:cNvPr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2794300243"/>
              </p:ext>
            </p:extLst>
          </p:nvPr>
        </p:nvGraphicFramePr>
        <p:xfrm>
          <a:off x="4260850" y="2032000"/>
          <a:ext cx="3676650" cy="368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FF24C512-B30B-22B4-EDD5-1A812D4F1D0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96252" y="2031999"/>
            <a:ext cx="3689347" cy="3683001"/>
          </a:xfrm>
        </p:spPr>
        <p:txBody>
          <a:bodyPr>
            <a:normAutofit fontScale="85000" lnSpcReduction="20000"/>
          </a:bodyPr>
          <a:lstStyle/>
          <a:p>
            <a:r>
              <a:rPr lang="en-GB" noProof="1"/>
              <a:t>REQ is a manager of alternative investment funds. Our aim is to provide best in class </a:t>
            </a:r>
            <a:br>
              <a:rPr lang="en-GB" noProof="1"/>
            </a:br>
            <a:r>
              <a:rPr lang="en-GB" noProof="1"/>
              <a:t>long term performance based on local knowledge, a unique strategy, years of experience and professional curiosity. </a:t>
            </a:r>
            <a:br>
              <a:rPr lang="en-GB" noProof="1"/>
            </a:br>
            <a:r>
              <a:rPr lang="en-GB" noProof="1"/>
              <a:t>Our team has a strong track record from previous roles in the commercial real </a:t>
            </a:r>
            <a:br>
              <a:rPr lang="en-GB" noProof="1"/>
            </a:br>
            <a:r>
              <a:rPr lang="en-GB" noProof="1"/>
              <a:t>estate market.</a:t>
            </a:r>
          </a:p>
          <a:p>
            <a:r>
              <a:rPr lang="en-GB" noProof="1"/>
              <a:t>We know from experience that real estate </a:t>
            </a:r>
            <a:br>
              <a:rPr lang="en-GB" noProof="1"/>
            </a:br>
            <a:r>
              <a:rPr lang="en-GB" noProof="1"/>
              <a:t>is local and that good deals don’t travel. </a:t>
            </a:r>
            <a:br>
              <a:rPr lang="en-GB" noProof="1"/>
            </a:br>
            <a:r>
              <a:rPr lang="en-GB" noProof="1"/>
              <a:t>REQ has a hands-on philosophy to our investment approach, value creation </a:t>
            </a:r>
            <a:br>
              <a:rPr lang="en-GB" noProof="1"/>
            </a:br>
            <a:r>
              <a:rPr lang="en-GB" noProof="1"/>
              <a:t>and risk management with team members covering all aspects of investment and </a:t>
            </a:r>
            <a:br>
              <a:rPr lang="en-GB" noProof="1"/>
            </a:br>
            <a:r>
              <a:rPr lang="en-GB" noProof="1"/>
              <a:t>asset management.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C0D7F5-93C8-503E-274E-60946EDDD4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12750" y="1483358"/>
            <a:ext cx="11365690" cy="396242"/>
          </a:xfrm>
        </p:spPr>
        <p:txBody>
          <a:bodyPr/>
          <a:lstStyle/>
          <a:p>
            <a:r>
              <a:rPr lang="en-GB" dirty="0"/>
              <a:t>Half-year report H1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C2A36-7302-2ABC-FAD0-515A448BE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</p:spPr>
        <p:txBody>
          <a:bodyPr/>
          <a:lstStyle/>
          <a:p>
            <a:fld id="{4B87D714-1B0C-B346-BB4E-D29ADD6C43D0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411A9DB-E1D4-175B-699F-782A36E6C3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54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E69-A541-DB56-1F65-F68F1E1910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1"/>
              <a:t>REQ is a manager of alternative investment funds.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C7E06-B80B-2A9B-26B7-884C7319AE0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anchor="b"/>
          <a:lstStyle/>
          <a:p>
            <a:r>
              <a:rPr lang="en-GB" noProof="1"/>
              <a:t>Real Estate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F9A46-3EF7-823B-7B18-EBFFC27CE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87D714-1B0C-B346-BB4E-D29ADD6C43D0}" type="slidenum">
              <a:rPr lang="en-GB" noProof="1" smtClean="0"/>
              <a:pPr/>
              <a:t>5</a:t>
            </a:fld>
            <a:endParaRPr lang="en-GB" noProof="1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9BB3E00-2FF0-26B6-7C15-37F45654819A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2"/>
          <a:srcRect t="24901" b="24901"/>
          <a:stretch>
            <a:fillRect/>
          </a:stretch>
        </p:blipFill>
        <p:spPr>
          <a:custGeom>
            <a:avLst/>
            <a:gdLst>
              <a:gd name="csX0" fmla="*/ 0 w 12191999"/>
              <a:gd name="csY0" fmla="*/ 0 h 4063999"/>
              <a:gd name="csX1" fmla="*/ 12191999 w 12191999"/>
              <a:gd name="csY1" fmla="*/ 0 h 4063999"/>
              <a:gd name="csX2" fmla="*/ 12191999 w 12191999"/>
              <a:gd name="csY2" fmla="*/ 3009975 h 4063999"/>
              <a:gd name="csX3" fmla="*/ 11516404 w 12191999"/>
              <a:gd name="csY3" fmla="*/ 3146313 h 4063999"/>
              <a:gd name="csX4" fmla="*/ 815855 w 12191999"/>
              <a:gd name="csY4" fmla="*/ 4059992 h 4063999"/>
              <a:gd name="csX5" fmla="*/ 0 w 12191999"/>
              <a:gd name="csY5" fmla="*/ 4063999 h 406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1999" h="4063999">
                <a:moveTo>
                  <a:pt x="0" y="0"/>
                </a:moveTo>
                <a:lnTo>
                  <a:pt x="12191999" y="0"/>
                </a:lnTo>
                <a:lnTo>
                  <a:pt x="12191999" y="3009975"/>
                </a:lnTo>
                <a:lnTo>
                  <a:pt x="11516404" y="3146313"/>
                </a:lnTo>
                <a:cubicBezTo>
                  <a:pt x="8582435" y="3683826"/>
                  <a:pt x="4872639" y="4020062"/>
                  <a:pt x="815855" y="4059992"/>
                </a:cubicBezTo>
                <a:lnTo>
                  <a:pt x="0" y="4063999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4290560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BF4C1641-C3E0-C72F-4AEC-EE452C7FB09F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251068814"/>
              </p:ext>
            </p:extLst>
          </p:nvPr>
        </p:nvGraphicFramePr>
        <p:xfrm>
          <a:off x="412750" y="1919844"/>
          <a:ext cx="5597525" cy="3795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9BF935D7-41B7-8812-FB03-B0D47F3092DB}"/>
              </a:ext>
            </a:extLst>
          </p:cNvPr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1882084500"/>
              </p:ext>
            </p:extLst>
          </p:nvPr>
        </p:nvGraphicFramePr>
        <p:xfrm>
          <a:off x="6181725" y="1917780"/>
          <a:ext cx="5597525" cy="3797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BC2BD-B4A7-F33A-B5EC-8F377CA68F6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4338" y="1171435"/>
            <a:ext cx="5599112" cy="609600"/>
          </a:xfrm>
        </p:spPr>
        <p:txBody>
          <a:bodyPr/>
          <a:lstStyle/>
          <a:p>
            <a:r>
              <a:rPr lang="en-GB" dirty="0"/>
              <a:t>REQ Global Compounders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CED7EF-9182-75D4-417C-2F6391AED8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89663" y="1180960"/>
            <a:ext cx="5595937" cy="601662"/>
          </a:xfrm>
        </p:spPr>
        <p:txBody>
          <a:bodyPr/>
          <a:lstStyle/>
          <a:p>
            <a:r>
              <a:rPr lang="en-GB"/>
              <a:t>REQ Nordic Compounders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AE2F82-A575-7FA7-DCD1-40513D3DE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</p:spPr>
        <p:txBody>
          <a:bodyPr/>
          <a:lstStyle/>
          <a:p>
            <a:fld id="{4B87D714-1B0C-B346-BB4E-D29ADD6C43D0}" type="slidenum">
              <a:rPr lang="en-NO" smtClean="0"/>
              <a:pPr/>
              <a:t>6</a:t>
            </a:fld>
            <a:endParaRPr lang="en-NO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7503438-6352-5329-09E6-2D66FEA1C6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3F9FAFD-EEBA-42DC-FAB6-723D6BACCC3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Listed Equities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9186B3A-5C2C-A197-9399-B9CBF5263D0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59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4FE7C4-0914-B08C-72A3-A68885F97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855" y="508001"/>
            <a:ext cx="5588658" cy="609600"/>
          </a:xfrm>
        </p:spPr>
        <p:txBody>
          <a:bodyPr/>
          <a:lstStyle/>
          <a:p>
            <a:r>
              <a:rPr lang="en-GB" noProof="1"/>
              <a:t>REQ Fund I </a:t>
            </a:r>
            <a:br>
              <a:rPr lang="en-GB" noProof="1"/>
            </a:br>
            <a:r>
              <a:rPr lang="en-GB" noProof="1"/>
              <a:t>initial investment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854C90-FBF3-91D4-A2A4-F3EF82B53E5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86488" y="5842001"/>
            <a:ext cx="2716212" cy="609599"/>
          </a:xfrm>
        </p:spPr>
        <p:txBody>
          <a:bodyPr anchor="t"/>
          <a:lstStyle/>
          <a:p>
            <a:r>
              <a:rPr lang="en-GB" sz="800" noProof="1"/>
              <a:t>Total building area in the portfolio </a:t>
            </a:r>
            <a:br>
              <a:rPr lang="en-GB" sz="800" noProof="1"/>
            </a:br>
            <a:r>
              <a:rPr lang="en-GB" sz="800" noProof="1"/>
              <a:t>is approximately 113 000 sqm.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01DA05C-C4B9-157A-5BB0-88421F154C3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72036" y="5842001"/>
            <a:ext cx="2713564" cy="609599"/>
          </a:xfrm>
        </p:spPr>
        <p:txBody>
          <a:bodyPr anchor="t"/>
          <a:lstStyle/>
          <a:p>
            <a:r>
              <a:rPr lang="en-GB" sz="800" noProof="1"/>
              <a:t>Total asset value of NOK 4,5 bln with a </a:t>
            </a:r>
            <a:br>
              <a:rPr lang="en-GB" sz="800" noProof="1"/>
            </a:br>
            <a:r>
              <a:rPr lang="en-GB" sz="800" noProof="1"/>
              <a:t>total rental income of NOK 200 mln in 2022.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AB0E78F-746B-8876-249A-BBD044FB725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186487" y="2032001"/>
            <a:ext cx="2716213" cy="3657599"/>
          </a:xfrm>
        </p:spPr>
        <p:txBody>
          <a:bodyPr/>
          <a:lstStyle/>
          <a:p>
            <a:r>
              <a:rPr lang="en-GB" sz="8800" spc="-100" noProof="1">
                <a:latin typeface="TT Hoves Pro" panose="020B0003020000020203" pitchFamily="34" charset="77"/>
                <a:ea typeface="Klarheit Grotesk" pitchFamily="2" charset="77"/>
              </a:rPr>
              <a:t>113</a:t>
            </a:r>
            <a:r>
              <a:rPr lang="en-GB" sz="8800" spc="-100" baseline="30000" noProof="1">
                <a:latin typeface="TT Hoves Pro" panose="020B0003020000020203" pitchFamily="34" charset="77"/>
                <a:ea typeface="Klarheit Grotesk" pitchFamily="2" charset="77"/>
              </a:rPr>
              <a:t>k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C565AF-6C9D-C55D-DF55-5F57C56B2FC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072035" y="2032001"/>
            <a:ext cx="2713565" cy="3657599"/>
          </a:xfrm>
        </p:spPr>
        <p:txBody>
          <a:bodyPr/>
          <a:lstStyle/>
          <a:p>
            <a:r>
              <a:rPr lang="en-GB" sz="8800" spc="-100" noProof="1">
                <a:latin typeface="TT Hoves Pro" panose="020B0003020000020203" pitchFamily="34" charset="77"/>
                <a:ea typeface="Klarheit Grotesk" pitchFamily="2" charset="77"/>
              </a:rPr>
              <a:t>4.5</a:t>
            </a:r>
            <a:r>
              <a:rPr lang="en-GB" sz="8800" spc="-100" baseline="30000" noProof="1">
                <a:latin typeface="TT Hoves Pro" panose="020B0003020000020203" pitchFamily="34" charset="77"/>
                <a:ea typeface="Klarheit Grotesk" pitchFamily="2" charset="77"/>
              </a:rPr>
              <a:t>bln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B7C0E0-8115-C260-BBFB-FB63D961D9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87D714-1B0C-B346-BB4E-D29ADD6C43D0}" type="slidenum">
              <a:rPr lang="en-GB" noProof="1" smtClean="0"/>
              <a:pPr/>
              <a:t>7</a:t>
            </a:fld>
            <a:endParaRPr lang="en-GB" noProof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1D8B5-32A9-3FE5-4D7D-42B45C44A74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GB" noProof="1"/>
              <a:t>REQ Alternative Investments through its first fund, </a:t>
            </a:r>
            <a:br>
              <a:rPr lang="en-GB" noProof="1"/>
            </a:br>
            <a:r>
              <a:rPr lang="en-GB" noProof="1"/>
              <a:t>REQ Fund I, will be part of the establishment of </a:t>
            </a:r>
            <a:br>
              <a:rPr lang="en-GB" noProof="1"/>
            </a:br>
            <a:r>
              <a:rPr lang="en-GB" noProof="1"/>
              <a:t>SVG Property – a leading commercial real estate company within the region of Rogaland. The established company is owned by a consortium </a:t>
            </a:r>
            <a:br>
              <a:rPr lang="en-GB" noProof="1"/>
            </a:br>
            <a:r>
              <a:rPr lang="en-GB" noProof="1"/>
              <a:t>of seven real estate investment companies.</a:t>
            </a:r>
          </a:p>
        </p:txBody>
      </p:sp>
    </p:spTree>
    <p:extLst>
      <p:ext uri="{BB962C8B-B14F-4D97-AF65-F5344CB8AC3E}">
        <p14:creationId xmlns:p14="http://schemas.microsoft.com/office/powerpoint/2010/main" val="4015081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1">
            <a:extLst>
              <a:ext uri="{FF2B5EF4-FFF2-40B4-BE49-F238E27FC236}">
                <a16:creationId xmlns:a16="http://schemas.microsoft.com/office/drawing/2014/main" id="{B7D5AFCE-113E-D182-717F-9B9265D26BBC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>
          <a:blip r:embed="rId2"/>
          <a:srcRect l="27443" r="23599"/>
          <a:stretch>
            <a:fillRect/>
          </a:stretch>
        </p:blipFill>
        <p:spPr>
          <a:xfrm>
            <a:off x="6185894" y="2032000"/>
            <a:ext cx="2716806" cy="3682999"/>
          </a:xfrm>
          <a:prstGeom prst="rect">
            <a:avLst/>
          </a:prstGeom>
          <a:noFill/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027441-A515-0842-80DE-CDE4BA513905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sz="1200" noProof="1"/>
              <a:t>Johan has more than 15 years of experience across different functions within investment management and real estate. He has previously been partner and CEO of UNION Eiendomskapital. </a:t>
            </a:r>
          </a:p>
          <a:p>
            <a:r>
              <a:rPr lang="en-GB" sz="1200" noProof="1"/>
              <a:t>Johan has a Bachelor in Business Administration and has studied </a:t>
            </a:r>
            <a:br>
              <a:rPr lang="en-GB" sz="1200" noProof="1"/>
            </a:br>
            <a:r>
              <a:rPr lang="en-GB" sz="1200" noProof="1"/>
              <a:t>Real Estate Finance at the University </a:t>
            </a:r>
            <a:br>
              <a:rPr lang="en-GB" sz="1200" noProof="1"/>
            </a:br>
            <a:r>
              <a:rPr lang="en-GB" sz="1200" noProof="1"/>
              <a:t>of Amsterdam.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C05A32-8131-3E3F-F0D5-222A2912E53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GB" dirty="0"/>
              <a:t>Johan Hamre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F5ECD1-826A-3A86-F461-A5B87B51801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32648D-C01E-4503-FCE8-0B214677189C}"/>
              </a:ext>
            </a:extLst>
          </p:cNvPr>
          <p:cNvSpPr>
            <a:spLocks noGrp="1"/>
          </p:cNvSpPr>
          <p:nvPr>
            <p:ph sz="quarter" idx="44"/>
          </p:nvPr>
        </p:nvSpPr>
        <p:spPr/>
        <p:txBody>
          <a:bodyPr/>
          <a:lstStyle/>
          <a:p>
            <a:endParaRPr lang="en-GB" sz="12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F58FF0E-18BF-8937-CAAB-1261A66AC76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EBE88B7-32E6-99E5-3B70-A984E3D37BC6}"/>
              </a:ext>
            </a:extLst>
          </p:cNvPr>
          <p:cNvSpPr>
            <a:spLocks noGrp="1"/>
          </p:cNvSpPr>
          <p:nvPr>
            <p:ph sz="quarter" idx="46"/>
          </p:nvPr>
        </p:nvSpPr>
        <p:spPr/>
        <p:txBody>
          <a:bodyPr/>
          <a:lstStyle/>
          <a:p>
            <a:r>
              <a:rPr lang="en-GB" sz="1000" dirty="0"/>
              <a:t>Chief Executive Officer</a:t>
            </a:r>
            <a:br>
              <a:rPr lang="en-GB" sz="1000" dirty="0"/>
            </a:br>
            <a:r>
              <a:rPr lang="en-GB" sz="1000" dirty="0"/>
              <a:t>+47 400 77 650</a:t>
            </a:r>
            <a:br>
              <a:rPr lang="en-GB" sz="1000" dirty="0"/>
            </a:br>
            <a:r>
              <a:rPr lang="en-GB" sz="1000" dirty="0"/>
              <a:t>jh@req.no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9EF97B1F-4CE1-A88B-21CB-1096DAD0AC1D}"/>
              </a:ext>
            </a:extLst>
          </p:cNvPr>
          <p:cNvSpPr>
            <a:spLocks noGrp="1"/>
          </p:cNvSpPr>
          <p:nvPr>
            <p:ph sz="quarter" idx="47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297379-B488-E30A-48F9-3FAA38170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87D714-1B0C-B346-BB4E-D29ADD6C43D0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FDD22BA-FD97-6224-2663-5965EA11DF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BB34DB-9708-31B4-90EB-441B4D0E3E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Meet our team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694A1-7548-0991-ED18-D0108EF92BB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GB" dirty="0"/>
              <a:t>Management</a:t>
            </a:r>
          </a:p>
        </p:txBody>
      </p:sp>
    </p:spTree>
    <p:extLst>
      <p:ext uri="{BB962C8B-B14F-4D97-AF65-F5344CB8AC3E}">
        <p14:creationId xmlns:p14="http://schemas.microsoft.com/office/powerpoint/2010/main" val="133899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EEDD6-9CAA-6A2E-663C-77CE6C9D68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60184983"/>
      </p:ext>
    </p:extLst>
  </p:cSld>
  <p:clrMapOvr>
    <a:masterClrMapping/>
  </p:clrMapOvr>
</p:sld>
</file>

<file path=ppt/theme/theme1.xml><?xml version="1.0" encoding="utf-8"?>
<a:theme xmlns:a="http://schemas.openxmlformats.org/drawingml/2006/main" name="REQ 2026">
  <a:themeElements>
    <a:clrScheme name="Custom 887">
      <a:dk1>
        <a:srgbClr val="1F1E1E"/>
      </a:dk1>
      <a:lt1>
        <a:srgbClr val="FFFFFF"/>
      </a:lt1>
      <a:dk2>
        <a:srgbClr val="001D6C"/>
      </a:dk2>
      <a:lt2>
        <a:srgbClr val="E5F6FF"/>
      </a:lt2>
      <a:accent1>
        <a:srgbClr val="002881"/>
      </a:accent1>
      <a:accent2>
        <a:srgbClr val="33B1FF"/>
      </a:accent2>
      <a:accent3>
        <a:srgbClr val="E5F6FF"/>
      </a:accent3>
      <a:accent4>
        <a:srgbClr val="E5F9E0"/>
      </a:accent4>
      <a:accent5>
        <a:srgbClr val="F6F2FF"/>
      </a:accent5>
      <a:accent6>
        <a:srgbClr val="ECEAEA"/>
      </a:accent6>
      <a:hlink>
        <a:srgbClr val="2546DF"/>
      </a:hlink>
      <a:folHlink>
        <a:srgbClr val="0043CE"/>
      </a:folHlink>
    </a:clrScheme>
    <a:fontScheme name="Arial">
      <a:majorFont>
        <a:latin typeface="TT Hoves Pro Medium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T Hoves Pro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 lang="en-GB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Q Presentation Template 2026" id="{51CCF33C-4A6C-AE46-97ED-5FC6EABF35F1}" vid="{9274D8C3-5855-2C4F-B75B-23D3D63F0B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T Hoves Pro Medium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T Hoves Pro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6E146F1E9A04A43BC83D1CB5CF6A307" ma:contentTypeVersion="19" ma:contentTypeDescription="Opprett et nytt dokument." ma:contentTypeScope="" ma:versionID="4b7899d54a8e84b354ca318e75234112">
  <xsd:schema xmlns:xsd="http://www.w3.org/2001/XMLSchema" xmlns:xs="http://www.w3.org/2001/XMLSchema" xmlns:p="http://schemas.microsoft.com/office/2006/metadata/properties" xmlns:ns2="45e1c302-9dd1-492b-a66e-b9d974a5b80f" xmlns:ns3="d349829f-63ba-41be-9cd1-62fd2a10f62c" targetNamespace="http://schemas.microsoft.com/office/2006/metadata/properties" ma:root="true" ma:fieldsID="0dbc9b6ab65b3bbfeba7eb4250d62076" ns2:_="" ns3:_="">
    <xsd:import namespace="45e1c302-9dd1-492b-a66e-b9d974a5b80f"/>
    <xsd:import namespace="d349829f-63ba-41be-9cd1-62fd2a10f6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e1c302-9dd1-492b-a66e-b9d974a5b8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5fd5d372-dcde-49f8-9854-49258b4e7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49829f-63ba-41be-9cd1-62fd2a10f6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b0f3f9c-542e-4154-a7de-f01b7dafbd41}" ma:internalName="TaxCatchAll" ma:showField="CatchAllData" ma:web="d349829f-63ba-41be-9cd1-62fd2a10f6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e1c302-9dd1-492b-a66e-b9d974a5b80f">
      <Terms xmlns="http://schemas.microsoft.com/office/infopath/2007/PartnerControls"/>
    </lcf76f155ced4ddcb4097134ff3c332f>
    <TaxCatchAll xmlns="d349829f-63ba-41be-9cd1-62fd2a10f62c" xsi:nil="true"/>
  </documentManagement>
</p:properties>
</file>

<file path=customXml/itemProps1.xml><?xml version="1.0" encoding="utf-8"?>
<ds:datastoreItem xmlns:ds="http://schemas.openxmlformats.org/officeDocument/2006/customXml" ds:itemID="{7CB74077-4832-48D4-8BC9-F6C90A5C3C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e1c302-9dd1-492b-a66e-b9d974a5b80f"/>
    <ds:schemaRef ds:uri="d349829f-63ba-41be-9cd1-62fd2a10f6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A0C6914-F301-44B6-8A6E-A42C08E97F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40619F-0C96-486C-BDB6-C5367051E761}">
  <ds:schemaRefs>
    <ds:schemaRef ds:uri="http://schemas.microsoft.com/office/2006/metadata/properties"/>
    <ds:schemaRef ds:uri="http://schemas.microsoft.com/office/infopath/2007/PartnerControls"/>
    <ds:schemaRef ds:uri="45e1c302-9dd1-492b-a66e-b9d974a5b80f"/>
    <ds:schemaRef ds:uri="d349829f-63ba-41be-9cd1-62fd2a10f62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REQ 2026</Template>
  <TotalTime>564</TotalTime>
  <Words>370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9</vt:i4>
      </vt:variant>
    </vt:vector>
  </HeadingPairs>
  <TitlesOfParts>
    <vt:vector size="13" baseType="lpstr">
      <vt:lpstr>TT Hoves Pro Medium</vt:lpstr>
      <vt:lpstr>TT Hoves Pro</vt:lpstr>
      <vt:lpstr>Arial</vt:lpstr>
      <vt:lpstr>REQ 2026</vt:lpstr>
      <vt:lpstr>Company presentation</vt:lpstr>
      <vt:lpstr>– We have thoroughly analysed  the market over time and recognize  that the need for high-quality care  homes will only continue to grow.</vt:lpstr>
      <vt:lpstr>PowerPoint-presentasjon</vt:lpstr>
      <vt:lpstr>PowerPoint-presentasjon</vt:lpstr>
      <vt:lpstr>REQ is a manager of alternative investment funds.</vt:lpstr>
      <vt:lpstr>PowerPoint-presentasjon</vt:lpstr>
      <vt:lpstr>REQ Fund I  initial investment</vt:lpstr>
      <vt:lpstr>Meet our team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 Hamre</dc:creator>
  <cp:lastModifiedBy>Johan Hamre</cp:lastModifiedBy>
  <cp:revision>119</cp:revision>
  <dcterms:created xsi:type="dcterms:W3CDTF">2026-05-13T08:23:14Z</dcterms:created>
  <dcterms:modified xsi:type="dcterms:W3CDTF">2026-08-03T11:18:04Z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0x01010096E146F1E9A04A43BC83D1CB5CF6A307</vt:lpwstr>
  </property>
  <property fmtid="{D5CDD505-2E9C-101B-9397-08002B2CF9AE}" pid="3" name="MediaServiceImageTags">
    <vt:lpwstr/>
  </property>
</Properties>
</file>